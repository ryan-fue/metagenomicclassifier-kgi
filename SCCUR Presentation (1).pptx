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23" r:id="rId4"/>
    <p:sldMasterId id="2147483724" r:id="rId5"/>
    <p:sldMasterId id="2147483725"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Lst>
  <p:sldSz cy="5143500" cx="9144000"/>
  <p:notesSz cx="6858000" cy="9144000"/>
  <p:embeddedFontLst>
    <p:embeddedFont>
      <p:font typeface="Play"/>
      <p:regular r:id="rId51"/>
      <p:bold r:id="rId52"/>
    </p:embeddedFont>
    <p:embeddedFont>
      <p:font typeface="Roboto"/>
      <p:regular r:id="rId53"/>
      <p:bold r:id="rId54"/>
      <p:italic r:id="rId55"/>
      <p:boldItalic r:id="rId56"/>
    </p:embeddedFont>
    <p:embeddedFont>
      <p:font typeface="Newsreader"/>
      <p:regular r:id="rId57"/>
      <p:bold r:id="rId58"/>
      <p:italic r:id="rId59"/>
      <p:boldItalic r:id="rId60"/>
    </p:embeddedFont>
    <p:embeddedFont>
      <p:font typeface="DM Sans Light"/>
      <p:regular r:id="rId61"/>
      <p:bold r:id="rId62"/>
      <p:italic r:id="rId63"/>
      <p:boldItalic r:id="rId64"/>
    </p:embeddedFont>
    <p:embeddedFont>
      <p:font typeface="DM Sans SemiBold"/>
      <p:regular r:id="rId65"/>
      <p:bold r:id="rId66"/>
      <p:italic r:id="rId67"/>
      <p:boldItalic r:id="rId68"/>
    </p:embeddedFont>
    <p:embeddedFont>
      <p:font typeface="Merriweather"/>
      <p:regular r:id="rId69"/>
      <p:bold r:id="rId70"/>
      <p:italic r:id="rId71"/>
      <p:boldItalic r:id="rId72"/>
    </p:embeddedFont>
    <p:embeddedFont>
      <p:font typeface="DM Sans"/>
      <p:regular r:id="rId73"/>
      <p:bold r:id="rId74"/>
      <p:italic r:id="rId75"/>
      <p:boldItalic r:id="rId76"/>
    </p:embeddedFont>
    <p:embeddedFont>
      <p:font typeface="Newsreader SemiBold"/>
      <p:regular r:id="rId77"/>
      <p:bold r:id="rId78"/>
      <p:italic r:id="rId79"/>
      <p:boldItalic r:id="rId8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80" Type="http://schemas.openxmlformats.org/officeDocument/2006/relationships/font" Target="fonts/NewsreaderSemiBold-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font" Target="fonts/DMSans-regular.fntdata"/><Relationship Id="rId72" Type="http://schemas.openxmlformats.org/officeDocument/2006/relationships/font" Target="fonts/Merriweather-boldItalic.fntdata"/><Relationship Id="rId31" Type="http://schemas.openxmlformats.org/officeDocument/2006/relationships/slide" Target="slides/slide24.xml"/><Relationship Id="rId75" Type="http://schemas.openxmlformats.org/officeDocument/2006/relationships/font" Target="fonts/DMSans-italic.fntdata"/><Relationship Id="rId30" Type="http://schemas.openxmlformats.org/officeDocument/2006/relationships/slide" Target="slides/slide23.xml"/><Relationship Id="rId74" Type="http://schemas.openxmlformats.org/officeDocument/2006/relationships/font" Target="fonts/DMSans-bold.fntdata"/><Relationship Id="rId33" Type="http://schemas.openxmlformats.org/officeDocument/2006/relationships/slide" Target="slides/slide26.xml"/><Relationship Id="rId77" Type="http://schemas.openxmlformats.org/officeDocument/2006/relationships/font" Target="fonts/NewsreaderSemiBold-regular.fntdata"/><Relationship Id="rId32" Type="http://schemas.openxmlformats.org/officeDocument/2006/relationships/slide" Target="slides/slide25.xml"/><Relationship Id="rId76" Type="http://schemas.openxmlformats.org/officeDocument/2006/relationships/font" Target="fonts/DMSans-boldItalic.fntdata"/><Relationship Id="rId35" Type="http://schemas.openxmlformats.org/officeDocument/2006/relationships/slide" Target="slides/slide28.xml"/><Relationship Id="rId79" Type="http://schemas.openxmlformats.org/officeDocument/2006/relationships/font" Target="fonts/NewsreaderSemiBold-italic.fntdata"/><Relationship Id="rId34" Type="http://schemas.openxmlformats.org/officeDocument/2006/relationships/slide" Target="slides/slide27.xml"/><Relationship Id="rId78" Type="http://schemas.openxmlformats.org/officeDocument/2006/relationships/font" Target="fonts/NewsreaderSemiBold-bold.fntdata"/><Relationship Id="rId71" Type="http://schemas.openxmlformats.org/officeDocument/2006/relationships/font" Target="fonts/Merriweather-italic.fntdata"/><Relationship Id="rId70" Type="http://schemas.openxmlformats.org/officeDocument/2006/relationships/font" Target="fonts/Merriweather-bold.fntdata"/><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font" Target="fonts/DMSansLight-bold.fntdata"/><Relationship Id="rId61" Type="http://schemas.openxmlformats.org/officeDocument/2006/relationships/font" Target="fonts/DMSansLight-regular.fntdata"/><Relationship Id="rId20" Type="http://schemas.openxmlformats.org/officeDocument/2006/relationships/slide" Target="slides/slide13.xml"/><Relationship Id="rId64" Type="http://schemas.openxmlformats.org/officeDocument/2006/relationships/font" Target="fonts/DMSansLight-boldItalic.fntdata"/><Relationship Id="rId63" Type="http://schemas.openxmlformats.org/officeDocument/2006/relationships/font" Target="fonts/DMSansLight-italic.fntdata"/><Relationship Id="rId22" Type="http://schemas.openxmlformats.org/officeDocument/2006/relationships/slide" Target="slides/slide15.xml"/><Relationship Id="rId66" Type="http://schemas.openxmlformats.org/officeDocument/2006/relationships/font" Target="fonts/DMSansSemiBold-bold.fntdata"/><Relationship Id="rId21" Type="http://schemas.openxmlformats.org/officeDocument/2006/relationships/slide" Target="slides/slide14.xml"/><Relationship Id="rId65" Type="http://schemas.openxmlformats.org/officeDocument/2006/relationships/font" Target="fonts/DMSansSemiBold-regular.fntdata"/><Relationship Id="rId24" Type="http://schemas.openxmlformats.org/officeDocument/2006/relationships/slide" Target="slides/slide17.xml"/><Relationship Id="rId68" Type="http://schemas.openxmlformats.org/officeDocument/2006/relationships/font" Target="fonts/DMSansSemiBold-boldItalic.fntdata"/><Relationship Id="rId23" Type="http://schemas.openxmlformats.org/officeDocument/2006/relationships/slide" Target="slides/slide16.xml"/><Relationship Id="rId67" Type="http://schemas.openxmlformats.org/officeDocument/2006/relationships/font" Target="fonts/DMSansSemiBold-italic.fntdata"/><Relationship Id="rId60" Type="http://schemas.openxmlformats.org/officeDocument/2006/relationships/font" Target="fonts/Newsreader-boldItalic.fntdata"/><Relationship Id="rId26" Type="http://schemas.openxmlformats.org/officeDocument/2006/relationships/slide" Target="slides/slide19.xml"/><Relationship Id="rId25" Type="http://schemas.openxmlformats.org/officeDocument/2006/relationships/slide" Target="slides/slide18.xml"/><Relationship Id="rId69" Type="http://schemas.openxmlformats.org/officeDocument/2006/relationships/font" Target="fonts/Merriweather-regular.fntdata"/><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Play-regular.fntdata"/><Relationship Id="rId50" Type="http://schemas.openxmlformats.org/officeDocument/2006/relationships/slide" Target="slides/slide43.xml"/><Relationship Id="rId53" Type="http://schemas.openxmlformats.org/officeDocument/2006/relationships/font" Target="fonts/Roboto-regular.fntdata"/><Relationship Id="rId52" Type="http://schemas.openxmlformats.org/officeDocument/2006/relationships/font" Target="fonts/Play-bold.fntdata"/><Relationship Id="rId11" Type="http://schemas.openxmlformats.org/officeDocument/2006/relationships/slide" Target="slides/slide4.xml"/><Relationship Id="rId55" Type="http://schemas.openxmlformats.org/officeDocument/2006/relationships/font" Target="fonts/Roboto-italic.fntdata"/><Relationship Id="rId10" Type="http://schemas.openxmlformats.org/officeDocument/2006/relationships/slide" Target="slides/slide3.xml"/><Relationship Id="rId54" Type="http://schemas.openxmlformats.org/officeDocument/2006/relationships/font" Target="fonts/Roboto-bold.fntdata"/><Relationship Id="rId13" Type="http://schemas.openxmlformats.org/officeDocument/2006/relationships/slide" Target="slides/slide6.xml"/><Relationship Id="rId57" Type="http://schemas.openxmlformats.org/officeDocument/2006/relationships/font" Target="fonts/Newsreader-regular.fntdata"/><Relationship Id="rId12" Type="http://schemas.openxmlformats.org/officeDocument/2006/relationships/slide" Target="slides/slide5.xml"/><Relationship Id="rId56" Type="http://schemas.openxmlformats.org/officeDocument/2006/relationships/font" Target="fonts/Roboto-boldItalic.fntdata"/><Relationship Id="rId15" Type="http://schemas.openxmlformats.org/officeDocument/2006/relationships/slide" Target="slides/slide8.xml"/><Relationship Id="rId59" Type="http://schemas.openxmlformats.org/officeDocument/2006/relationships/font" Target="fonts/Newsreader-italic.fntdata"/><Relationship Id="rId14" Type="http://schemas.openxmlformats.org/officeDocument/2006/relationships/slide" Target="slides/slide7.xml"/><Relationship Id="rId58" Type="http://schemas.openxmlformats.org/officeDocument/2006/relationships/font" Target="fonts/Newsreader-bold.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36a072bb582_0_20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2" name="Google Shape;622;g36a072bb582_0_20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 1-7 17-24</a:t>
            </a:r>
            <a:endParaRPr/>
          </a:p>
          <a:p>
            <a:pPr indent="0" lvl="0" marL="0" rtl="0" algn="l">
              <a:spcBef>
                <a:spcPts val="0"/>
              </a:spcBef>
              <a:spcAft>
                <a:spcPts val="0"/>
              </a:spcAft>
              <a:buNone/>
            </a:pPr>
            <a:r>
              <a:rPr lang="en"/>
              <a:t>R: 8 -16 </a:t>
            </a:r>
            <a:endParaRPr/>
          </a:p>
          <a:p>
            <a:pPr indent="0" lvl="0" marL="0" rtl="0" algn="l">
              <a:spcBef>
                <a:spcPts val="0"/>
              </a:spcBef>
              <a:spcAft>
                <a:spcPts val="0"/>
              </a:spcAft>
              <a:buNone/>
            </a:pPr>
            <a:r>
              <a:rPr lang="en"/>
              <a:t>Virus host interactions are protein-protein interactions that is one main </a:t>
            </a:r>
            <a:r>
              <a:rPr lang="en"/>
              <a:t>reason</a:t>
            </a:r>
            <a:r>
              <a:rPr lang="en"/>
              <a:t> why we </a:t>
            </a:r>
            <a:r>
              <a:rPr lang="en"/>
              <a:t>embed</a:t>
            </a:r>
            <a:r>
              <a:rPr lang="en"/>
              <a:t> protein </a:t>
            </a:r>
            <a:r>
              <a:rPr lang="en"/>
              <a:t>sequences instead of genome</a:t>
            </a:r>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36a072bb582_0_8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8" name="Google Shape;628;g36a072bb582_0_8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6a072bb582_0_8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1" name="Google Shape;651;g36a072bb582_0_8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t>Important of bacteria</a:t>
            </a:r>
            <a:endParaRPr/>
          </a:p>
          <a:p>
            <a:pPr indent="0" lvl="0" marL="0" rtl="0" algn="l">
              <a:lnSpc>
                <a:spcPct val="115000"/>
              </a:lnSpc>
              <a:spcBef>
                <a:spcPts val="0"/>
              </a:spcBef>
              <a:spcAft>
                <a:spcPts val="0"/>
              </a:spcAft>
              <a:buClr>
                <a:schemeClr val="dk1"/>
              </a:buClr>
              <a:buSzPts val="1100"/>
              <a:buFont typeface="Arial"/>
              <a:buNone/>
            </a:pPr>
            <a:r>
              <a:rPr lang="en"/>
              <a:t>Virus are important bc they bacteria</a:t>
            </a:r>
            <a:endParaRPr/>
          </a:p>
          <a:p>
            <a:pPr indent="0" lvl="0" marL="0" rtl="0" algn="l">
              <a:lnSpc>
                <a:spcPct val="115000"/>
              </a:lnSpc>
              <a:spcBef>
                <a:spcPts val="0"/>
              </a:spcBef>
              <a:spcAft>
                <a:spcPts val="0"/>
              </a:spcAft>
              <a:buClr>
                <a:schemeClr val="dk1"/>
              </a:buClr>
              <a:buSzPts val="1100"/>
              <a:buFont typeface="Arial"/>
              <a:buNone/>
            </a:pPr>
            <a:r>
              <a:rPr lang="en"/>
              <a:t>How virus currently seq and why this fails</a:t>
            </a:r>
            <a:endParaRPr/>
          </a:p>
          <a:p>
            <a:pPr indent="0" lvl="0" marL="0" rtl="0" algn="l">
              <a:lnSpc>
                <a:spcPct val="115000"/>
              </a:lnSpc>
              <a:spcBef>
                <a:spcPts val="0"/>
              </a:spcBef>
              <a:spcAft>
                <a:spcPts val="0"/>
              </a:spcAft>
              <a:buClr>
                <a:schemeClr val="dk1"/>
              </a:buClr>
              <a:buSzPts val="1100"/>
              <a:buFont typeface="Arial"/>
              <a:buNone/>
            </a:pPr>
            <a:r>
              <a:rPr lang="en"/>
              <a:t>Introduce LLMs as a solution</a:t>
            </a:r>
            <a:endParaRPr/>
          </a:p>
          <a:p>
            <a:pPr indent="0" lvl="0" marL="0" rtl="0" algn="l">
              <a:lnSpc>
                <a:spcPct val="115000"/>
              </a:lnSpc>
              <a:spcBef>
                <a:spcPts val="0"/>
              </a:spcBef>
              <a:spcAft>
                <a:spcPts val="0"/>
              </a:spcAft>
              <a:buClr>
                <a:schemeClr val="dk1"/>
              </a:buClr>
              <a:buSzPts val="1100"/>
              <a:buFont typeface="Arial"/>
              <a:buNone/>
            </a:pPr>
            <a:r>
              <a:rPr lang="en"/>
              <a:t>What is an LLM</a:t>
            </a:r>
            <a:endParaRPr/>
          </a:p>
          <a:p>
            <a:pPr indent="0" lvl="0" marL="0" rtl="0" algn="l">
              <a:lnSpc>
                <a:spcPct val="115000"/>
              </a:lnSpc>
              <a:spcBef>
                <a:spcPts val="0"/>
              </a:spcBef>
              <a:spcAft>
                <a:spcPts val="0"/>
              </a:spcAft>
              <a:buClr>
                <a:schemeClr val="dk1"/>
              </a:buClr>
              <a:buSzPts val="1100"/>
              <a:buFont typeface="Arial"/>
              <a:buNone/>
            </a:pPr>
            <a:r>
              <a:rPr lang="en"/>
              <a:t>How is an LLM applied specifically to our research</a:t>
            </a:r>
            <a:endParaRPr/>
          </a:p>
          <a:p>
            <a:pPr indent="0" lvl="0" marL="0" rtl="0" algn="l">
              <a:lnSpc>
                <a:spcPct val="115000"/>
              </a:lnSpc>
              <a:spcBef>
                <a:spcPts val="0"/>
              </a:spcBef>
              <a:spcAft>
                <a:spcPts val="0"/>
              </a:spcAft>
              <a:buClr>
                <a:schemeClr val="dk1"/>
              </a:buClr>
              <a:buSzPts val="1100"/>
              <a:buFont typeface="Arial"/>
              <a:buNone/>
            </a:pPr>
            <a:r>
              <a:rPr lang="en"/>
              <a:t>Current Progress</a:t>
            </a:r>
            <a:endParaRPr/>
          </a:p>
          <a:p>
            <a:pPr indent="0" lvl="0" marL="0" rtl="0" algn="l">
              <a:lnSpc>
                <a:spcPct val="115000"/>
              </a:lnSpc>
              <a:spcBef>
                <a:spcPts val="0"/>
              </a:spcBef>
              <a:spcAft>
                <a:spcPts val="0"/>
              </a:spcAft>
              <a:buClr>
                <a:schemeClr val="dk1"/>
              </a:buClr>
              <a:buSzPts val="1100"/>
              <a:buFont typeface="Arial"/>
              <a:buNone/>
            </a:pPr>
            <a:r>
              <a:rPr lang="en"/>
              <a:t>Future Goals</a:t>
            </a:r>
            <a:endParaRPr/>
          </a:p>
          <a:p>
            <a:pPr indent="0" lvl="0" marL="0" rtl="0" algn="l">
              <a:lnSpc>
                <a:spcPct val="115000"/>
              </a:lnSpc>
              <a:spcBef>
                <a:spcPts val="0"/>
              </a:spcBef>
              <a:spcAft>
                <a:spcPts val="0"/>
              </a:spcAft>
              <a:buNone/>
            </a:pPr>
            <a:r>
              <a:rPr lang="en"/>
              <a:t>Acknowledgements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g36a072bb582_0_20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3" name="Google Shape;673;g36a072bb582_0_20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Char char="-"/>
            </a:pPr>
            <a:r>
              <a:rPr lang="en">
                <a:solidFill>
                  <a:schemeClr val="dk1"/>
                </a:solidFill>
              </a:rPr>
              <a:t>Human gut health</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Nutrients cycling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Nitrogen fixation</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g36a072bb582_0_20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5" name="Google Shape;685;g36a072bb582_0_20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36f329dc9aa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2" name="Google Shape;702;g36f329dc9aa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Char char="-"/>
            </a:pPr>
            <a:r>
              <a:rPr lang="en">
                <a:solidFill>
                  <a:schemeClr val="dk1"/>
                </a:solidFill>
              </a:rPr>
              <a:t>Only certain bacteria can be cultured</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Limits our ability to study viruses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Each name is a bacteria phyla - &gt; the boxes are viruses (EMPHASIZE ONLY CLUSTER IN SPECIFIC PHYLA)</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36f329dc9aa_0_3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1" name="Google Shape;711;g36f329dc9aa_0_3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We dont get full genomes -&gt; piece together puzzle from chunks of puzzle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g36a08a7cc56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0" name="Google Shape;720;g36a08a7cc56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Char char="-"/>
            </a:pPr>
            <a:r>
              <a:rPr lang="en"/>
              <a:t>High-Resolution Classifier</a:t>
            </a:r>
            <a:endParaRPr/>
          </a:p>
          <a:p>
            <a:pPr indent="-298450" lvl="0" marL="457200" rtl="0" algn="l">
              <a:spcBef>
                <a:spcPts val="0"/>
              </a:spcBef>
              <a:spcAft>
                <a:spcPts val="0"/>
              </a:spcAft>
              <a:buClr>
                <a:schemeClr val="dk1"/>
              </a:buClr>
              <a:buSzPts val="1100"/>
              <a:buChar char="-"/>
            </a:pPr>
            <a:r>
              <a:rPr lang="en"/>
              <a:t>Accurately determine the taxonomy of a viruses or bacterias in a metagenomic sample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g36f6e973165_1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3" name="Google Shape;733;g36f6e973165_1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Talk about Laguna</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g36f329dc9aa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9" name="Google Shape;759;g36f329dc9aa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Talk about Laguna</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5" name="Shape 825"/>
        <p:cNvGrpSpPr/>
        <p:nvPr/>
      </p:nvGrpSpPr>
      <p:grpSpPr>
        <a:xfrm>
          <a:off x="0" y="0"/>
          <a:ext cx="0" cy="0"/>
          <a:chOff x="0" y="0"/>
          <a:chExt cx="0" cy="0"/>
        </a:xfrm>
      </p:grpSpPr>
      <p:sp>
        <p:nvSpPr>
          <p:cNvPr id="826" name="Google Shape;826;g3706f067e86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7" name="Google Shape;827;g3706f067e86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solidFill>
                  <a:schemeClr val="dk1"/>
                </a:solidFill>
              </a:rPr>
              <a:t>Emphasize the significance of clustering more</a:t>
            </a:r>
            <a:endParaRPr/>
          </a:p>
          <a:p>
            <a:pPr indent="-298450" lvl="0" marL="457200" rtl="0" algn="l">
              <a:spcBef>
                <a:spcPts val="0"/>
              </a:spcBef>
              <a:spcAft>
                <a:spcPts val="0"/>
              </a:spcAft>
              <a:buSzPts val="1100"/>
              <a:buChar char="-"/>
            </a:pPr>
            <a:r>
              <a:rPr lang="en"/>
              <a:t>This shows there are clusters</a:t>
            </a:r>
            <a:endParaRPr/>
          </a:p>
          <a:p>
            <a:pPr indent="-298450" lvl="0" marL="457200" rtl="0" algn="l">
              <a:spcBef>
                <a:spcPts val="0"/>
              </a:spcBef>
              <a:spcAft>
                <a:spcPts val="0"/>
              </a:spcAft>
              <a:buSzPts val="1100"/>
              <a:buChar char="-"/>
            </a:pPr>
            <a:r>
              <a:rPr lang="en"/>
              <a:t>Despite being clustered by Genome ID which removes a lot of information, clusters are still visible despite this simplification of the data. Not one big blob of data</a:t>
            </a:r>
            <a:endParaRPr/>
          </a:p>
          <a:p>
            <a:pPr indent="-298450" lvl="0" marL="457200" rtl="0" algn="l">
              <a:spcBef>
                <a:spcPts val="0"/>
              </a:spcBef>
              <a:spcAft>
                <a:spcPts val="0"/>
              </a:spcAft>
              <a:buSzPts val="1100"/>
              <a:buChar char="-"/>
            </a:pPr>
            <a:r>
              <a:rPr lang="en"/>
              <a:t>-&gt; Can use ml to split data</a:t>
            </a:r>
            <a:endParaRPr/>
          </a:p>
          <a:p>
            <a:pPr indent="-298450" lvl="0" marL="457200" rtl="0" algn="l">
              <a:spcBef>
                <a:spcPts val="0"/>
              </a:spcBef>
              <a:spcAft>
                <a:spcPts val="0"/>
              </a:spcAft>
              <a:buSzPts val="1100"/>
              <a:buChar char="-"/>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5" name="Shape 835"/>
        <p:cNvGrpSpPr/>
        <p:nvPr/>
      </p:nvGrpSpPr>
      <p:grpSpPr>
        <a:xfrm>
          <a:off x="0" y="0"/>
          <a:ext cx="0" cy="0"/>
          <a:chOff x="0" y="0"/>
          <a:chExt cx="0" cy="0"/>
        </a:xfrm>
      </p:grpSpPr>
      <p:sp>
        <p:nvSpPr>
          <p:cNvPr id="836" name="Google Shape;836;g36f329dc9aa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7" name="Google Shape;837;g36f329dc9aa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g370761ad5d1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6" name="Google Shape;846;g370761ad5d1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t>Important of bacteria</a:t>
            </a:r>
            <a:endParaRPr/>
          </a:p>
          <a:p>
            <a:pPr indent="0" lvl="0" marL="0" rtl="0" algn="l">
              <a:lnSpc>
                <a:spcPct val="115000"/>
              </a:lnSpc>
              <a:spcBef>
                <a:spcPts val="0"/>
              </a:spcBef>
              <a:spcAft>
                <a:spcPts val="0"/>
              </a:spcAft>
              <a:buClr>
                <a:schemeClr val="dk1"/>
              </a:buClr>
              <a:buSzPts val="1100"/>
              <a:buFont typeface="Arial"/>
              <a:buNone/>
            </a:pPr>
            <a:r>
              <a:rPr lang="en"/>
              <a:t>Virus are important bc they bacteria</a:t>
            </a:r>
            <a:endParaRPr/>
          </a:p>
          <a:p>
            <a:pPr indent="0" lvl="0" marL="0" rtl="0" algn="l">
              <a:lnSpc>
                <a:spcPct val="115000"/>
              </a:lnSpc>
              <a:spcBef>
                <a:spcPts val="0"/>
              </a:spcBef>
              <a:spcAft>
                <a:spcPts val="0"/>
              </a:spcAft>
              <a:buClr>
                <a:schemeClr val="dk1"/>
              </a:buClr>
              <a:buSzPts val="1100"/>
              <a:buFont typeface="Arial"/>
              <a:buNone/>
            </a:pPr>
            <a:r>
              <a:rPr lang="en"/>
              <a:t>How virus currently seq and why this fails</a:t>
            </a:r>
            <a:endParaRPr/>
          </a:p>
          <a:p>
            <a:pPr indent="0" lvl="0" marL="0" rtl="0" algn="l">
              <a:lnSpc>
                <a:spcPct val="115000"/>
              </a:lnSpc>
              <a:spcBef>
                <a:spcPts val="0"/>
              </a:spcBef>
              <a:spcAft>
                <a:spcPts val="0"/>
              </a:spcAft>
              <a:buClr>
                <a:schemeClr val="dk1"/>
              </a:buClr>
              <a:buSzPts val="1100"/>
              <a:buFont typeface="Arial"/>
              <a:buNone/>
            </a:pPr>
            <a:r>
              <a:rPr lang="en"/>
              <a:t>Introduce LLMs as a solution</a:t>
            </a:r>
            <a:endParaRPr/>
          </a:p>
          <a:p>
            <a:pPr indent="0" lvl="0" marL="0" rtl="0" algn="l">
              <a:lnSpc>
                <a:spcPct val="115000"/>
              </a:lnSpc>
              <a:spcBef>
                <a:spcPts val="0"/>
              </a:spcBef>
              <a:spcAft>
                <a:spcPts val="0"/>
              </a:spcAft>
              <a:buClr>
                <a:schemeClr val="dk1"/>
              </a:buClr>
              <a:buSzPts val="1100"/>
              <a:buFont typeface="Arial"/>
              <a:buNone/>
            </a:pPr>
            <a:r>
              <a:rPr lang="en"/>
              <a:t>What is an LLM</a:t>
            </a:r>
            <a:endParaRPr/>
          </a:p>
          <a:p>
            <a:pPr indent="0" lvl="0" marL="0" rtl="0" algn="l">
              <a:lnSpc>
                <a:spcPct val="115000"/>
              </a:lnSpc>
              <a:spcBef>
                <a:spcPts val="0"/>
              </a:spcBef>
              <a:spcAft>
                <a:spcPts val="0"/>
              </a:spcAft>
              <a:buClr>
                <a:schemeClr val="dk1"/>
              </a:buClr>
              <a:buSzPts val="1100"/>
              <a:buFont typeface="Arial"/>
              <a:buNone/>
            </a:pPr>
            <a:r>
              <a:rPr lang="en"/>
              <a:t>How is an LLM applied specifically to our research</a:t>
            </a:r>
            <a:endParaRPr/>
          </a:p>
          <a:p>
            <a:pPr indent="0" lvl="0" marL="0" rtl="0" algn="l">
              <a:lnSpc>
                <a:spcPct val="115000"/>
              </a:lnSpc>
              <a:spcBef>
                <a:spcPts val="0"/>
              </a:spcBef>
              <a:spcAft>
                <a:spcPts val="0"/>
              </a:spcAft>
              <a:buClr>
                <a:schemeClr val="dk1"/>
              </a:buClr>
              <a:buSzPts val="1100"/>
              <a:buFont typeface="Arial"/>
              <a:buNone/>
            </a:pPr>
            <a:r>
              <a:rPr lang="en"/>
              <a:t>Current Progress</a:t>
            </a:r>
            <a:endParaRPr/>
          </a:p>
          <a:p>
            <a:pPr indent="0" lvl="0" marL="0" rtl="0" algn="l">
              <a:lnSpc>
                <a:spcPct val="115000"/>
              </a:lnSpc>
              <a:spcBef>
                <a:spcPts val="0"/>
              </a:spcBef>
              <a:spcAft>
                <a:spcPts val="0"/>
              </a:spcAft>
              <a:buClr>
                <a:schemeClr val="dk1"/>
              </a:buClr>
              <a:buSzPts val="1100"/>
              <a:buFont typeface="Arial"/>
              <a:buNone/>
            </a:pPr>
            <a:r>
              <a:rPr lang="en"/>
              <a:t>Future Goals</a:t>
            </a:r>
            <a:endParaRPr/>
          </a:p>
          <a:p>
            <a:pPr indent="0" lvl="0" marL="0" rtl="0" algn="l">
              <a:lnSpc>
                <a:spcPct val="115000"/>
              </a:lnSpc>
              <a:spcBef>
                <a:spcPts val="0"/>
              </a:spcBef>
              <a:spcAft>
                <a:spcPts val="0"/>
              </a:spcAft>
              <a:buNone/>
            </a:pPr>
            <a:r>
              <a:rPr lang="en"/>
              <a:t>Acknowledgements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g3706f067e86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4" name="Google Shape;894;g3706f067e86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9" name="Shape 899"/>
        <p:cNvGrpSpPr/>
        <p:nvPr/>
      </p:nvGrpSpPr>
      <p:grpSpPr>
        <a:xfrm>
          <a:off x="0" y="0"/>
          <a:ext cx="0" cy="0"/>
          <a:chOff x="0" y="0"/>
          <a:chExt cx="0" cy="0"/>
        </a:xfrm>
      </p:grpSpPr>
      <p:sp>
        <p:nvSpPr>
          <p:cNvPr id="900" name="Google Shape;900;g36f329dc9a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1" name="Google Shape;901;g36f329dc9a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Generalitzation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g36f329dc9aa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3" name="Google Shape;943;g36f329dc9aa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Support vector classifier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5" name="Shape 985"/>
        <p:cNvGrpSpPr/>
        <p:nvPr/>
      </p:nvGrpSpPr>
      <p:grpSpPr>
        <a:xfrm>
          <a:off x="0" y="0"/>
          <a:ext cx="0" cy="0"/>
          <a:chOff x="0" y="0"/>
          <a:chExt cx="0" cy="0"/>
        </a:xfrm>
      </p:grpSpPr>
      <p:sp>
        <p:nvSpPr>
          <p:cNvPr id="986" name="Google Shape;986;g3633832ec0b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7" name="Google Shape;987;g3633832ec0b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1" name="Shape 991"/>
        <p:cNvGrpSpPr/>
        <p:nvPr/>
      </p:nvGrpSpPr>
      <p:grpSpPr>
        <a:xfrm>
          <a:off x="0" y="0"/>
          <a:ext cx="0" cy="0"/>
          <a:chOff x="0" y="0"/>
          <a:chExt cx="0" cy="0"/>
        </a:xfrm>
      </p:grpSpPr>
      <p:sp>
        <p:nvSpPr>
          <p:cNvPr id="992" name="Google Shape;992;g3a7729014d6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3" name="Google Shape;993;g3a7729014d6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7" name="Shape 997"/>
        <p:cNvGrpSpPr/>
        <p:nvPr/>
      </p:nvGrpSpPr>
      <p:grpSpPr>
        <a:xfrm>
          <a:off x="0" y="0"/>
          <a:ext cx="0" cy="0"/>
          <a:chOff x="0" y="0"/>
          <a:chExt cx="0" cy="0"/>
        </a:xfrm>
      </p:grpSpPr>
      <p:sp>
        <p:nvSpPr>
          <p:cNvPr id="998" name="Google Shape;998;g36f329dc9aa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9" name="Google Shape;999;g36f329dc9aa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All genome level does well so why sens</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7" name="Shape 1007"/>
        <p:cNvGrpSpPr/>
        <p:nvPr/>
      </p:nvGrpSpPr>
      <p:grpSpPr>
        <a:xfrm>
          <a:off x="0" y="0"/>
          <a:ext cx="0" cy="0"/>
          <a:chOff x="0" y="0"/>
          <a:chExt cx="0" cy="0"/>
        </a:xfrm>
      </p:grpSpPr>
      <p:sp>
        <p:nvSpPr>
          <p:cNvPr id="1008" name="Google Shape;1008;g3a7b5e244e4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9" name="Google Shape;1009;g3a7b5e244e4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are the most accurate models, graphical representation of the confusion matrixes. Logistic Regression and SVC Linear Kernal models are most accurate</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4" name="Shape 1014"/>
        <p:cNvGrpSpPr/>
        <p:nvPr/>
      </p:nvGrpSpPr>
      <p:grpSpPr>
        <a:xfrm>
          <a:off x="0" y="0"/>
          <a:ext cx="0" cy="0"/>
          <a:chOff x="0" y="0"/>
          <a:chExt cx="0" cy="0"/>
        </a:xfrm>
      </p:grpSpPr>
      <p:sp>
        <p:nvSpPr>
          <p:cNvPr id="1015" name="Google Shape;1015;g3a7b5e244e4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6" name="Google Shape;1016;g3a7b5e244e4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know they’re accurate logistic regression, and svc linear kernel approach high accuraccies with small amounts of protein sequences</a:t>
            </a:r>
            <a:endParaRPr/>
          </a:p>
          <a:p>
            <a:pPr indent="0" lvl="0" marL="0" rtl="0" algn="l">
              <a:spcBef>
                <a:spcPts val="0"/>
              </a:spcBef>
              <a:spcAft>
                <a:spcPts val="0"/>
              </a:spcAft>
              <a:buNone/>
            </a:pPr>
            <a:r>
              <a:rPr lang="en"/>
              <a:t>Our focus is not only accuracy because all models eventually become very accurate. What we want is the most accurate with the least amount of information</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3" name="Shape 1073"/>
        <p:cNvGrpSpPr/>
        <p:nvPr/>
      </p:nvGrpSpPr>
      <p:grpSpPr>
        <a:xfrm>
          <a:off x="0" y="0"/>
          <a:ext cx="0" cy="0"/>
          <a:chOff x="0" y="0"/>
          <a:chExt cx="0" cy="0"/>
        </a:xfrm>
      </p:grpSpPr>
      <p:sp>
        <p:nvSpPr>
          <p:cNvPr id="1074" name="Google Shape;1074;g3633832ec0b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5" name="Google Shape;1075;g3633832ec0b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know they’re accurate logistic regression, and svc linear </a:t>
            </a:r>
            <a:r>
              <a:rPr lang="en"/>
              <a:t>kernel</a:t>
            </a:r>
            <a:r>
              <a:rPr lang="en"/>
              <a:t> approach high accuraccies with small amounts of protein sequences</a:t>
            </a:r>
            <a:endParaRPr/>
          </a:p>
          <a:p>
            <a:pPr indent="0" lvl="0" marL="0" rtl="0" algn="l">
              <a:spcBef>
                <a:spcPts val="0"/>
              </a:spcBef>
              <a:spcAft>
                <a:spcPts val="0"/>
              </a:spcAft>
              <a:buNone/>
            </a:pPr>
            <a:r>
              <a:rPr lang="en"/>
              <a:t>Our focus is not only </a:t>
            </a:r>
            <a:r>
              <a:rPr lang="en"/>
              <a:t>accuracy</a:t>
            </a:r>
            <a:r>
              <a:rPr lang="en"/>
              <a:t> because all models eventually become very accurate. What we want is the most accurate with the least amount of information</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2" name="Shape 1082"/>
        <p:cNvGrpSpPr/>
        <p:nvPr/>
      </p:nvGrpSpPr>
      <p:grpSpPr>
        <a:xfrm>
          <a:off x="0" y="0"/>
          <a:ext cx="0" cy="0"/>
          <a:chOff x="0" y="0"/>
          <a:chExt cx="0" cy="0"/>
        </a:xfrm>
      </p:grpSpPr>
      <p:sp>
        <p:nvSpPr>
          <p:cNvPr id="1083" name="Google Shape;1083;g36f5e0edd67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4" name="Google Shape;1084;g36f5e0edd67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Usually get small </a:t>
            </a:r>
            <a:r>
              <a:rPr lang="en"/>
              <a:t>pieces</a:t>
            </a:r>
            <a:r>
              <a:rPr lang="en"/>
              <a:t> with metagenomics so sens is important</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1" name="Shape 1091"/>
        <p:cNvGrpSpPr/>
        <p:nvPr/>
      </p:nvGrpSpPr>
      <p:grpSpPr>
        <a:xfrm>
          <a:off x="0" y="0"/>
          <a:ext cx="0" cy="0"/>
          <a:chOff x="0" y="0"/>
          <a:chExt cx="0" cy="0"/>
        </a:xfrm>
      </p:grpSpPr>
      <p:sp>
        <p:nvSpPr>
          <p:cNvPr id="1092" name="Google Shape;1092;g36a08a7cc56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3" name="Google Shape;1093;g36a08a7cc56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Char char="-"/>
            </a:pPr>
            <a:r>
              <a:rPr lang="en">
                <a:solidFill>
                  <a:schemeClr val="dk1"/>
                </a:solidFill>
              </a:rPr>
              <a:t>Bias</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More </a:t>
            </a:r>
            <a:r>
              <a:rPr lang="en">
                <a:solidFill>
                  <a:schemeClr val="dk1"/>
                </a:solidFill>
              </a:rPr>
              <a:t>granularity</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Examine a more </a:t>
            </a:r>
            <a:r>
              <a:rPr lang="en">
                <a:solidFill>
                  <a:schemeClr val="dk1"/>
                </a:solidFill>
              </a:rPr>
              <a:t>stratified</a:t>
            </a:r>
            <a:r>
              <a:rPr lang="en">
                <a:solidFill>
                  <a:schemeClr val="dk1"/>
                </a:solidFill>
              </a:rPr>
              <a:t> sample</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Look at different data sets</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Test modell against bacteria/virus with less relation to test set</a:t>
            </a:r>
            <a:endParaRPr>
              <a:solidFill>
                <a:schemeClr val="dk1"/>
              </a:solidFill>
            </a:endParaRPr>
          </a:p>
          <a:p>
            <a:pPr indent="-298450" lvl="0" marL="457200" rtl="0" algn="l">
              <a:spcBef>
                <a:spcPts val="0"/>
              </a:spcBef>
              <a:spcAft>
                <a:spcPts val="0"/>
              </a:spcAft>
              <a:buClr>
                <a:schemeClr val="dk1"/>
              </a:buClr>
              <a:buSzPts val="1100"/>
              <a:buChar char="-"/>
            </a:pPr>
            <a:r>
              <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0" name="Shape 1110"/>
        <p:cNvGrpSpPr/>
        <p:nvPr/>
      </p:nvGrpSpPr>
      <p:grpSpPr>
        <a:xfrm>
          <a:off x="0" y="0"/>
          <a:ext cx="0" cy="0"/>
          <a:chOff x="0" y="0"/>
          <a:chExt cx="0" cy="0"/>
        </a:xfrm>
      </p:grpSpPr>
      <p:sp>
        <p:nvSpPr>
          <p:cNvPr id="1111" name="Google Shape;1111;g3865d8dbaee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2" name="Google Shape;1112;g3865d8dbaee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Usually get small pieces with metagenomics so sens is important</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9" name="Shape 1119"/>
        <p:cNvGrpSpPr/>
        <p:nvPr/>
      </p:nvGrpSpPr>
      <p:grpSpPr>
        <a:xfrm>
          <a:off x="0" y="0"/>
          <a:ext cx="0" cy="0"/>
          <a:chOff x="0" y="0"/>
          <a:chExt cx="0" cy="0"/>
        </a:xfrm>
      </p:grpSpPr>
      <p:sp>
        <p:nvSpPr>
          <p:cNvPr id="1120" name="Google Shape;1120;g36a08a7cc56_1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1" name="Google Shape;1121;g36a08a7cc56_1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-Acknowledge Cesar, Virus-Host DB and ESM Metagenomic Atlas for data</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8" name="Shape 1128"/>
        <p:cNvGrpSpPr/>
        <p:nvPr/>
      </p:nvGrpSpPr>
      <p:grpSpPr>
        <a:xfrm>
          <a:off x="0" y="0"/>
          <a:ext cx="0" cy="0"/>
          <a:chOff x="0" y="0"/>
          <a:chExt cx="0" cy="0"/>
        </a:xfrm>
      </p:grpSpPr>
      <p:sp>
        <p:nvSpPr>
          <p:cNvPr id="1129" name="Google Shape;1129;g36a072bb582_0_15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0" name="Google Shape;1130;g36a072bb582_0_15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g36a072bb582_0_20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6" name="Google Shape;1136;g36a072bb582_0_20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1" name="Shape 1141"/>
        <p:cNvGrpSpPr/>
        <p:nvPr/>
      </p:nvGrpSpPr>
      <p:grpSpPr>
        <a:xfrm>
          <a:off x="0" y="0"/>
          <a:ext cx="0" cy="0"/>
          <a:chOff x="0" y="0"/>
          <a:chExt cx="0" cy="0"/>
        </a:xfrm>
      </p:grpSpPr>
      <p:sp>
        <p:nvSpPr>
          <p:cNvPr id="1142" name="Google Shape;1142;g36a072bb582_0_20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3" name="Google Shape;1143;g36a072bb582_0_20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Char char="-"/>
            </a:pPr>
            <a:r>
              <a:rPr lang="en">
                <a:solidFill>
                  <a:schemeClr val="dk1"/>
                </a:solidFill>
              </a:rPr>
              <a:t>Only certain bacteria can be cultured</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Limits our ability to study viruses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Each name is a bacteria phyla - &gt; the boxes are viruses (EMPHASIZE ONLY CLUSTER IN SPECIFIC PHYLA)</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0" name="Shape 1150"/>
        <p:cNvGrpSpPr/>
        <p:nvPr/>
      </p:nvGrpSpPr>
      <p:grpSpPr>
        <a:xfrm>
          <a:off x="0" y="0"/>
          <a:ext cx="0" cy="0"/>
          <a:chOff x="0" y="0"/>
          <a:chExt cx="0" cy="0"/>
        </a:xfrm>
      </p:grpSpPr>
      <p:sp>
        <p:nvSpPr>
          <p:cNvPr id="1151" name="Google Shape;1151;g36a072bb582_0_20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2" name="Google Shape;1152;g36a072bb582_0_20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 Large Learning Models allow us to predict using large data sets what the genetic makeup of viruses which lack a bacteria which we can culture</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-These models work by taking in millions of protein sequences and assigning them values which we graph with their proximity showing their similarity</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0" name="Shape 1160"/>
        <p:cNvGrpSpPr/>
        <p:nvPr/>
      </p:nvGrpSpPr>
      <p:grpSpPr>
        <a:xfrm>
          <a:off x="0" y="0"/>
          <a:ext cx="0" cy="0"/>
          <a:chOff x="0" y="0"/>
          <a:chExt cx="0" cy="0"/>
        </a:xfrm>
      </p:grpSpPr>
      <p:sp>
        <p:nvSpPr>
          <p:cNvPr id="1161" name="Google Shape;1161;g36c3fdf8f5f_2_75: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g36c3fdf8f5f_2_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9" name="Shape 1189"/>
        <p:cNvGrpSpPr/>
        <p:nvPr/>
      </p:nvGrpSpPr>
      <p:grpSpPr>
        <a:xfrm>
          <a:off x="0" y="0"/>
          <a:ext cx="0" cy="0"/>
          <a:chOff x="0" y="0"/>
          <a:chExt cx="0" cy="0"/>
        </a:xfrm>
      </p:grpSpPr>
      <p:sp>
        <p:nvSpPr>
          <p:cNvPr id="1190" name="Google Shape;1190;g36c3fdf8f5f_2_103: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g36c3fdf8f5f_2_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1" name="Shape 1211"/>
        <p:cNvGrpSpPr/>
        <p:nvPr/>
      </p:nvGrpSpPr>
      <p:grpSpPr>
        <a:xfrm>
          <a:off x="0" y="0"/>
          <a:ext cx="0" cy="0"/>
          <a:chOff x="0" y="0"/>
          <a:chExt cx="0" cy="0"/>
        </a:xfrm>
      </p:grpSpPr>
      <p:sp>
        <p:nvSpPr>
          <p:cNvPr id="1212" name="Google Shape;1212;g36c3fdf8f5f_2_131: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g36c3fdf8f5f_2_1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7" name="Shape 1237"/>
        <p:cNvGrpSpPr/>
        <p:nvPr/>
      </p:nvGrpSpPr>
      <p:grpSpPr>
        <a:xfrm>
          <a:off x="0" y="0"/>
          <a:ext cx="0" cy="0"/>
          <a:chOff x="0" y="0"/>
          <a:chExt cx="0" cy="0"/>
        </a:xfrm>
      </p:grpSpPr>
      <p:sp>
        <p:nvSpPr>
          <p:cNvPr id="1238" name="Google Shape;1238;g36c3fdf8f5f_2_160: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g36c3fdf8f5f_2_1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7" name="Shape 1267"/>
        <p:cNvGrpSpPr/>
        <p:nvPr/>
      </p:nvGrpSpPr>
      <p:grpSpPr>
        <a:xfrm>
          <a:off x="0" y="0"/>
          <a:ext cx="0" cy="0"/>
          <a:chOff x="0" y="0"/>
          <a:chExt cx="0" cy="0"/>
        </a:xfrm>
      </p:grpSpPr>
      <p:sp>
        <p:nvSpPr>
          <p:cNvPr id="1268" name="Google Shape;1268;g36c3fdf8f5f_2_188: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g36c3fdf8f5f_2_1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7" name="Shape 1297"/>
        <p:cNvGrpSpPr/>
        <p:nvPr/>
      </p:nvGrpSpPr>
      <p:grpSpPr>
        <a:xfrm>
          <a:off x="0" y="0"/>
          <a:ext cx="0" cy="0"/>
          <a:chOff x="0" y="0"/>
          <a:chExt cx="0" cy="0"/>
        </a:xfrm>
      </p:grpSpPr>
      <p:sp>
        <p:nvSpPr>
          <p:cNvPr id="1298" name="Google Shape;1298;g36c3fdf8f5f_2_216: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g36c3fdf8f5f_2_2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0" name="Shape 1320"/>
        <p:cNvGrpSpPr/>
        <p:nvPr/>
      </p:nvGrpSpPr>
      <p:grpSpPr>
        <a:xfrm>
          <a:off x="0" y="0"/>
          <a:ext cx="0" cy="0"/>
          <a:chOff x="0" y="0"/>
          <a:chExt cx="0" cy="0"/>
        </a:xfrm>
      </p:grpSpPr>
      <p:sp>
        <p:nvSpPr>
          <p:cNvPr id="1321" name="Google Shape;1321;g36a08a7cc56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2" name="Google Shape;1322;g36a08a7cc56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 For our project we want to create an LLM using millions of virus and bacteria genealogical data to predict likely sequences that make up virus sequences which can not be determined through typical sequencing means</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2" name="Shape 1342"/>
        <p:cNvGrpSpPr/>
        <p:nvPr/>
      </p:nvGrpSpPr>
      <p:grpSpPr>
        <a:xfrm>
          <a:off x="0" y="0"/>
          <a:ext cx="0" cy="0"/>
          <a:chOff x="0" y="0"/>
          <a:chExt cx="0" cy="0"/>
        </a:xfrm>
      </p:grpSpPr>
      <p:sp>
        <p:nvSpPr>
          <p:cNvPr id="1343" name="Google Shape;1343;g36c3fdf8f5f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4" name="Google Shape;1344;g36c3fdf8f5f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Talk about Laguna</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6" name="Shape 1356"/>
        <p:cNvGrpSpPr/>
        <p:nvPr/>
      </p:nvGrpSpPr>
      <p:grpSpPr>
        <a:xfrm>
          <a:off x="0" y="0"/>
          <a:ext cx="0" cy="0"/>
          <a:chOff x="0" y="0"/>
          <a:chExt cx="0" cy="0"/>
        </a:xfrm>
      </p:grpSpPr>
      <p:sp>
        <p:nvSpPr>
          <p:cNvPr id="1357" name="Google Shape;1357;g36a08a7cc56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8" name="Google Shape;1358;g36a08a7cc56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6" name="Shape 1366"/>
        <p:cNvGrpSpPr/>
        <p:nvPr/>
      </p:nvGrpSpPr>
      <p:grpSpPr>
        <a:xfrm>
          <a:off x="0" y="0"/>
          <a:ext cx="0" cy="0"/>
          <a:chOff x="0" y="0"/>
          <a:chExt cx="0" cy="0"/>
        </a:xfrm>
      </p:grpSpPr>
      <p:sp>
        <p:nvSpPr>
          <p:cNvPr id="1367" name="Google Shape;1367;g36c605bc1f5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8" name="Google Shape;1368;g36c605bc1f5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6" name="Shape 1376"/>
        <p:cNvGrpSpPr/>
        <p:nvPr/>
      </p:nvGrpSpPr>
      <p:grpSpPr>
        <a:xfrm>
          <a:off x="0" y="0"/>
          <a:ext cx="0" cy="0"/>
          <a:chOff x="0" y="0"/>
          <a:chExt cx="0" cy="0"/>
        </a:xfrm>
      </p:grpSpPr>
      <p:sp>
        <p:nvSpPr>
          <p:cNvPr id="1377" name="Google Shape;1377;g36c605bc1f5_5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8" name="Google Shape;1378;g36c605bc1f5_5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2" name="Shape 1392"/>
        <p:cNvGrpSpPr/>
        <p:nvPr/>
      </p:nvGrpSpPr>
      <p:grpSpPr>
        <a:xfrm>
          <a:off x="0" y="0"/>
          <a:ext cx="0" cy="0"/>
          <a:chOff x="0" y="0"/>
          <a:chExt cx="0" cy="0"/>
        </a:xfrm>
      </p:grpSpPr>
      <p:sp>
        <p:nvSpPr>
          <p:cNvPr id="1393" name="Google Shape;1393;g36c605bc1f5_5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4" name="Google Shape;1394;g36c605bc1f5_5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4" name="Shape 1474"/>
        <p:cNvGrpSpPr/>
        <p:nvPr/>
      </p:nvGrpSpPr>
      <p:grpSpPr>
        <a:xfrm>
          <a:off x="0" y="0"/>
          <a:ext cx="0" cy="0"/>
          <a:chOff x="0" y="0"/>
          <a:chExt cx="0" cy="0"/>
        </a:xfrm>
      </p:grpSpPr>
      <p:sp>
        <p:nvSpPr>
          <p:cNvPr id="1475" name="Google Shape;1475;g36f329dc9aa_0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6" name="Google Shape;1476;g36f329dc9aa_0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1" name="Google Shape;11;p2"/>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2" name="Google Shape;12;p2"/>
          <p:cNvSpPr txBox="1"/>
          <p:nvPr>
            <p:ph idx="1" type="subTitle"/>
          </p:nvPr>
        </p:nvSpPr>
        <p:spPr>
          <a:xfrm>
            <a:off x="311700" y="1878560"/>
            <a:ext cx="4242600" cy="7383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4" name="Shape 14"/>
        <p:cNvGrpSpPr/>
        <p:nvPr/>
      </p:nvGrpSpPr>
      <p:grpSpPr>
        <a:xfrm>
          <a:off x="0" y="0"/>
          <a:ext cx="0" cy="0"/>
          <a:chOff x="0" y="0"/>
          <a:chExt cx="0" cy="0"/>
        </a:xfrm>
      </p:grpSpPr>
      <p:sp>
        <p:nvSpPr>
          <p:cNvPr id="15" name="Google Shape;15;p3"/>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7" name="Google Shape;17;p3"/>
          <p:cNvSpPr txBox="1"/>
          <p:nvPr>
            <p:ph type="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p:nvPr/>
        </p:nvSpPr>
        <p:spPr>
          <a:xfrm>
            <a:off x="0" y="44125"/>
            <a:ext cx="4313625" cy="4399375"/>
          </a:xfrm>
          <a:custGeom>
            <a:rect b="b" l="l" r="r" t="t"/>
            <a:pathLst>
              <a:path extrusionOk="0" h="175975" w="172545">
                <a:moveTo>
                  <a:pt x="0" y="157"/>
                </a:moveTo>
                <a:lnTo>
                  <a:pt x="172419" y="0"/>
                </a:lnTo>
                <a:lnTo>
                  <a:pt x="172545" y="126541"/>
                </a:lnTo>
                <a:lnTo>
                  <a:pt x="0" y="175975"/>
                </a:lnTo>
                <a:close/>
              </a:path>
            </a:pathLst>
          </a:custGeom>
          <a:solidFill>
            <a:schemeClr val="accent2"/>
          </a:solidFill>
          <a:ln>
            <a:noFill/>
          </a:ln>
        </p:spPr>
      </p:sp>
      <p:sp>
        <p:nvSpPr>
          <p:cNvPr id="22" name="Google Shape;22;p4"/>
          <p:cNvSpPr/>
          <p:nvPr/>
        </p:nvSpPr>
        <p:spPr>
          <a:xfrm>
            <a:off x="-125" y="0"/>
            <a:ext cx="4316900" cy="4395600"/>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3" name="Google Shape;23;p4"/>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4" name="Google Shape;24;p4"/>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5"/>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9" name="Google Shape;29;p5"/>
          <p:cNvSpPr txBox="1"/>
          <p:nvPr>
            <p:ph idx="1" type="body"/>
          </p:nvPr>
        </p:nvSpPr>
        <p:spPr>
          <a:xfrm>
            <a:off x="3117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5"/>
          <p:cNvSpPr txBox="1"/>
          <p:nvPr>
            <p:ph idx="2" type="body"/>
          </p:nvPr>
        </p:nvSpPr>
        <p:spPr>
          <a:xfrm>
            <a:off x="48324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1" name="Google Shape;31;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6"/>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5" name="Google Shape;3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p:nvPr/>
        </p:nvSpPr>
        <p:spPr>
          <a:xfrm>
            <a:off x="0" y="0"/>
            <a:ext cx="3764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txBox="1"/>
          <p:nvPr>
            <p:ph type="title"/>
          </p:nvPr>
        </p:nvSpPr>
        <p:spPr>
          <a:xfrm>
            <a:off x="311725" y="500925"/>
            <a:ext cx="3127500" cy="18291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9" name="Google Shape;39;p7"/>
          <p:cNvSpPr txBox="1"/>
          <p:nvPr>
            <p:ph idx="1" type="body"/>
          </p:nvPr>
        </p:nvSpPr>
        <p:spPr>
          <a:xfrm>
            <a:off x="311700" y="2390650"/>
            <a:ext cx="3127500" cy="229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40" name="Google Shape;4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41" name="Shape 41"/>
        <p:cNvGrpSpPr/>
        <p:nvPr/>
      </p:nvGrpSpPr>
      <p:grpSpPr>
        <a:xfrm>
          <a:off x="0" y="0"/>
          <a:ext cx="0" cy="0"/>
          <a:chOff x="0" y="0"/>
          <a:chExt cx="0" cy="0"/>
        </a:xfrm>
      </p:grpSpPr>
      <p:sp>
        <p:nvSpPr>
          <p:cNvPr id="42" name="Google Shape;42;p8"/>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43" name="Google Shape;4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4"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9"/>
          <p:cNvSpPr txBox="1"/>
          <p:nvPr>
            <p:ph type="title"/>
          </p:nvPr>
        </p:nvSpPr>
        <p:spPr>
          <a:xfrm>
            <a:off x="311300" y="500925"/>
            <a:ext cx="3704400" cy="2049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47" name="Google Shape;47;p9"/>
          <p:cNvSpPr txBox="1"/>
          <p:nvPr>
            <p:ph idx="1" type="subTitle"/>
          </p:nvPr>
        </p:nvSpPr>
        <p:spPr>
          <a:xfrm>
            <a:off x="304800" y="2626725"/>
            <a:ext cx="3704400" cy="9267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p:txBody>
      </p:sp>
      <p:sp>
        <p:nvSpPr>
          <p:cNvPr id="48" name="Google Shape;48;p9"/>
          <p:cNvSpPr txBox="1"/>
          <p:nvPr>
            <p:ph idx="2" type="body"/>
          </p:nvPr>
        </p:nvSpPr>
        <p:spPr>
          <a:xfrm>
            <a:off x="4879025" y="500925"/>
            <a:ext cx="3954000" cy="4111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9" name="Google Shape;4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0" name="Shape 50"/>
        <p:cNvGrpSpPr/>
        <p:nvPr/>
      </p:nvGrpSpPr>
      <p:grpSpPr>
        <a:xfrm>
          <a:off x="0" y="0"/>
          <a:ext cx="0" cy="0"/>
          <a:chOff x="0" y="0"/>
          <a:chExt cx="0" cy="0"/>
        </a:xfrm>
      </p:grpSpPr>
      <p:sp>
        <p:nvSpPr>
          <p:cNvPr id="51" name="Google Shape;51;p10"/>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0"/>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53" name="Google Shape;5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54" name="Shape 54"/>
        <p:cNvGrpSpPr/>
        <p:nvPr/>
      </p:nvGrpSpPr>
      <p:grpSpPr>
        <a:xfrm>
          <a:off x="0" y="0"/>
          <a:ext cx="0" cy="0"/>
          <a:chOff x="0" y="0"/>
          <a:chExt cx="0" cy="0"/>
        </a:xfrm>
      </p:grpSpPr>
      <p:sp>
        <p:nvSpPr>
          <p:cNvPr id="55" name="Google Shape;55;p11"/>
          <p:cNvSpPr txBox="1"/>
          <p:nvPr>
            <p:ph hasCustomPrompt="1" type="title"/>
          </p:nvPr>
        </p:nvSpPr>
        <p:spPr>
          <a:xfrm>
            <a:off x="311750" y="831175"/>
            <a:ext cx="5334900" cy="12447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56" name="Google Shape;56;p11"/>
          <p:cNvSpPr txBox="1"/>
          <p:nvPr>
            <p:ph idx="1" type="body"/>
          </p:nvPr>
        </p:nvSpPr>
        <p:spPr>
          <a:xfrm>
            <a:off x="311700" y="2121425"/>
            <a:ext cx="5334900" cy="942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57" name="Google Shape;5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only">
  <p:cSld name="BLANK_1_1_1_1">
    <p:spTree>
      <p:nvGrpSpPr>
        <p:cNvPr id="65" name="Shape 65"/>
        <p:cNvGrpSpPr/>
        <p:nvPr/>
      </p:nvGrpSpPr>
      <p:grpSpPr>
        <a:xfrm>
          <a:off x="0" y="0"/>
          <a:ext cx="0" cy="0"/>
          <a:chOff x="0" y="0"/>
          <a:chExt cx="0" cy="0"/>
        </a:xfrm>
      </p:grpSpPr>
      <p:sp>
        <p:nvSpPr>
          <p:cNvPr id="66" name="Google Shape;66;p14"/>
          <p:cNvSpPr txBox="1"/>
          <p:nvPr>
            <p:ph type="title"/>
          </p:nvPr>
        </p:nvSpPr>
        <p:spPr>
          <a:xfrm>
            <a:off x="361975" y="957403"/>
            <a:ext cx="5627400" cy="5877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a:lvl2pPr>
            <a:lvl3pPr lvl="2">
              <a:lnSpc>
                <a:spcPct val="90000"/>
              </a:lnSpc>
              <a:spcBef>
                <a:spcPts val="0"/>
              </a:spcBef>
              <a:spcAft>
                <a:spcPts val="0"/>
              </a:spcAft>
              <a:buNone/>
              <a:defRPr/>
            </a:lvl3pPr>
            <a:lvl4pPr lvl="3">
              <a:lnSpc>
                <a:spcPct val="90000"/>
              </a:lnSpc>
              <a:spcBef>
                <a:spcPts val="0"/>
              </a:spcBef>
              <a:spcAft>
                <a:spcPts val="0"/>
              </a:spcAft>
              <a:buNone/>
              <a:defRPr/>
            </a:lvl4pPr>
            <a:lvl5pPr lvl="4">
              <a:lnSpc>
                <a:spcPct val="90000"/>
              </a:lnSpc>
              <a:spcBef>
                <a:spcPts val="0"/>
              </a:spcBef>
              <a:spcAft>
                <a:spcPts val="0"/>
              </a:spcAft>
              <a:buNone/>
              <a:defRPr/>
            </a:lvl5pPr>
            <a:lvl6pPr lvl="5">
              <a:lnSpc>
                <a:spcPct val="90000"/>
              </a:lnSpc>
              <a:spcBef>
                <a:spcPts val="0"/>
              </a:spcBef>
              <a:spcAft>
                <a:spcPts val="0"/>
              </a:spcAft>
              <a:buNone/>
              <a:defRPr/>
            </a:lvl6pPr>
            <a:lvl7pPr lvl="6">
              <a:lnSpc>
                <a:spcPct val="90000"/>
              </a:lnSpc>
              <a:spcBef>
                <a:spcPts val="0"/>
              </a:spcBef>
              <a:spcAft>
                <a:spcPts val="0"/>
              </a:spcAft>
              <a:buNone/>
              <a:defRPr/>
            </a:lvl7pPr>
            <a:lvl8pPr lvl="7">
              <a:lnSpc>
                <a:spcPct val="90000"/>
              </a:lnSpc>
              <a:spcBef>
                <a:spcPts val="0"/>
              </a:spcBef>
              <a:spcAft>
                <a:spcPts val="0"/>
              </a:spcAft>
              <a:buNone/>
              <a:defRPr/>
            </a:lvl8pPr>
            <a:lvl9pPr lvl="8">
              <a:lnSpc>
                <a:spcPct val="90000"/>
              </a:lnSpc>
              <a:spcBef>
                <a:spcPts val="0"/>
              </a:spcBef>
              <a:spcAft>
                <a:spcPts val="0"/>
              </a:spcAft>
              <a:buNone/>
              <a:defRPr/>
            </a:lvl9pPr>
          </a:lstStyle>
          <a:p/>
        </p:txBody>
      </p:sp>
      <p:sp>
        <p:nvSpPr>
          <p:cNvPr id="67" name="Google Shape;67;p14"/>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68" name="Google Shape;68;p14"/>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BLANK_1_1_1_1_3">
    <p:spTree>
      <p:nvGrpSpPr>
        <p:cNvPr id="69" name="Shape 69"/>
        <p:cNvGrpSpPr/>
        <p:nvPr/>
      </p:nvGrpSpPr>
      <p:grpSpPr>
        <a:xfrm>
          <a:off x="0" y="0"/>
          <a:ext cx="0" cy="0"/>
          <a:chOff x="0" y="0"/>
          <a:chExt cx="0" cy="0"/>
        </a:xfrm>
      </p:grpSpPr>
      <p:sp>
        <p:nvSpPr>
          <p:cNvPr id="70" name="Google Shape;70;p15"/>
          <p:cNvSpPr txBox="1"/>
          <p:nvPr>
            <p:ph type="title"/>
          </p:nvPr>
        </p:nvSpPr>
        <p:spPr>
          <a:xfrm>
            <a:off x="361975" y="957403"/>
            <a:ext cx="5627400" cy="5877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a:lvl2pPr>
            <a:lvl3pPr lvl="2">
              <a:lnSpc>
                <a:spcPct val="90000"/>
              </a:lnSpc>
              <a:spcBef>
                <a:spcPts val="0"/>
              </a:spcBef>
              <a:spcAft>
                <a:spcPts val="0"/>
              </a:spcAft>
              <a:buNone/>
              <a:defRPr/>
            </a:lvl3pPr>
            <a:lvl4pPr lvl="3">
              <a:lnSpc>
                <a:spcPct val="90000"/>
              </a:lnSpc>
              <a:spcBef>
                <a:spcPts val="0"/>
              </a:spcBef>
              <a:spcAft>
                <a:spcPts val="0"/>
              </a:spcAft>
              <a:buNone/>
              <a:defRPr/>
            </a:lvl4pPr>
            <a:lvl5pPr lvl="4">
              <a:lnSpc>
                <a:spcPct val="90000"/>
              </a:lnSpc>
              <a:spcBef>
                <a:spcPts val="0"/>
              </a:spcBef>
              <a:spcAft>
                <a:spcPts val="0"/>
              </a:spcAft>
              <a:buNone/>
              <a:defRPr/>
            </a:lvl5pPr>
            <a:lvl6pPr lvl="5">
              <a:lnSpc>
                <a:spcPct val="90000"/>
              </a:lnSpc>
              <a:spcBef>
                <a:spcPts val="0"/>
              </a:spcBef>
              <a:spcAft>
                <a:spcPts val="0"/>
              </a:spcAft>
              <a:buNone/>
              <a:defRPr/>
            </a:lvl6pPr>
            <a:lvl7pPr lvl="6">
              <a:lnSpc>
                <a:spcPct val="90000"/>
              </a:lnSpc>
              <a:spcBef>
                <a:spcPts val="0"/>
              </a:spcBef>
              <a:spcAft>
                <a:spcPts val="0"/>
              </a:spcAft>
              <a:buNone/>
              <a:defRPr/>
            </a:lvl7pPr>
            <a:lvl8pPr lvl="7">
              <a:lnSpc>
                <a:spcPct val="90000"/>
              </a:lnSpc>
              <a:spcBef>
                <a:spcPts val="0"/>
              </a:spcBef>
              <a:spcAft>
                <a:spcPts val="0"/>
              </a:spcAft>
              <a:buNone/>
              <a:defRPr/>
            </a:lvl8pPr>
            <a:lvl9pPr lvl="8">
              <a:lnSpc>
                <a:spcPct val="90000"/>
              </a:lnSpc>
              <a:spcBef>
                <a:spcPts val="0"/>
              </a:spcBef>
              <a:spcAft>
                <a:spcPts val="0"/>
              </a:spcAft>
              <a:buNone/>
              <a:defRPr/>
            </a:lvl9pPr>
          </a:lstStyle>
          <a:p/>
        </p:txBody>
      </p:sp>
      <p:sp>
        <p:nvSpPr>
          <p:cNvPr id="71" name="Google Shape;71;p15"/>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72" name="Google Shape;72;p15"/>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
        <p:nvSpPr>
          <p:cNvPr id="73" name="Google Shape;73;p15"/>
          <p:cNvSpPr txBox="1"/>
          <p:nvPr>
            <p:ph idx="2" type="subTitle"/>
          </p:nvPr>
        </p:nvSpPr>
        <p:spPr>
          <a:xfrm>
            <a:off x="362125" y="1853425"/>
            <a:ext cx="2061600" cy="2376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5"/>
          <p:cNvSpPr txBox="1"/>
          <p:nvPr>
            <p:ph idx="3" type="subTitle"/>
          </p:nvPr>
        </p:nvSpPr>
        <p:spPr>
          <a:xfrm>
            <a:off x="3154650" y="1853425"/>
            <a:ext cx="2061600" cy="2376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15"/>
          <p:cNvSpPr txBox="1"/>
          <p:nvPr>
            <p:ph idx="4" type="subTitle"/>
          </p:nvPr>
        </p:nvSpPr>
        <p:spPr>
          <a:xfrm>
            <a:off x="6216650" y="1853425"/>
            <a:ext cx="2061600" cy="2376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5"/>
          <p:cNvSpPr txBox="1"/>
          <p:nvPr>
            <p:ph idx="5" type="subTitle"/>
          </p:nvPr>
        </p:nvSpPr>
        <p:spPr>
          <a:xfrm>
            <a:off x="362125" y="2206700"/>
            <a:ext cx="2575800" cy="12483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eyebrow ">
  <p:cSld name="BLANK_1_1_1_1_2_1">
    <p:spTree>
      <p:nvGrpSpPr>
        <p:cNvPr id="77" name="Shape 77"/>
        <p:cNvGrpSpPr/>
        <p:nvPr/>
      </p:nvGrpSpPr>
      <p:grpSpPr>
        <a:xfrm>
          <a:off x="0" y="0"/>
          <a:ext cx="0" cy="0"/>
          <a:chOff x="0" y="0"/>
          <a:chExt cx="0" cy="0"/>
        </a:xfrm>
      </p:grpSpPr>
      <p:sp>
        <p:nvSpPr>
          <p:cNvPr id="78" name="Google Shape;78;p16"/>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79" name="Google Shape;79;p16"/>
          <p:cNvSpPr txBox="1"/>
          <p:nvPr>
            <p:ph type="title"/>
          </p:nvPr>
        </p:nvSpPr>
        <p:spPr>
          <a:xfrm>
            <a:off x="361975" y="988557"/>
            <a:ext cx="50184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80" name="Google Shape;80;p16"/>
          <p:cNvSpPr txBox="1"/>
          <p:nvPr>
            <p:ph idx="1" type="subTitle"/>
          </p:nvPr>
        </p:nvSpPr>
        <p:spPr>
          <a:xfrm>
            <a:off x="361975" y="732775"/>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16"/>
          <p:cNvSpPr txBox="1"/>
          <p:nvPr>
            <p:ph idx="2"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agenda">
  <p:cSld name="BLANK_1_1_1_1_1_1_1_1_1_1_1">
    <p:bg>
      <p:bgPr>
        <a:solidFill>
          <a:schemeClr val="lt1"/>
        </a:solidFill>
      </p:bgPr>
    </p:bg>
    <p:spTree>
      <p:nvGrpSpPr>
        <p:cNvPr id="82" name="Shape 82"/>
        <p:cNvGrpSpPr/>
        <p:nvPr/>
      </p:nvGrpSpPr>
      <p:grpSpPr>
        <a:xfrm>
          <a:off x="0" y="0"/>
          <a:ext cx="0" cy="0"/>
          <a:chOff x="0" y="0"/>
          <a:chExt cx="0" cy="0"/>
        </a:xfrm>
      </p:grpSpPr>
      <p:sp>
        <p:nvSpPr>
          <p:cNvPr id="83" name="Google Shape;83;p17"/>
          <p:cNvSpPr txBox="1"/>
          <p:nvPr>
            <p:ph idx="1" type="subTitle"/>
          </p:nvPr>
        </p:nvSpPr>
        <p:spPr>
          <a:xfrm>
            <a:off x="361975" y="2841984"/>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84" name="Google Shape;84;p17"/>
          <p:cNvSpPr txBox="1"/>
          <p:nvPr>
            <p:ph type="title"/>
          </p:nvPr>
        </p:nvSpPr>
        <p:spPr>
          <a:xfrm>
            <a:off x="361975" y="962100"/>
            <a:ext cx="4163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defRPr>
            </a:lvl1pPr>
            <a:lvl2pPr lvl="1">
              <a:lnSpc>
                <a:spcPct val="90000"/>
              </a:lnSpc>
              <a:spcBef>
                <a:spcPts val="0"/>
              </a:spcBef>
              <a:spcAft>
                <a:spcPts val="0"/>
              </a:spcAft>
              <a:buNone/>
              <a:defRPr sz="3600">
                <a:solidFill>
                  <a:schemeClr val="dk1"/>
                </a:solidFill>
              </a:defRPr>
            </a:lvl2pPr>
            <a:lvl3pPr lvl="2">
              <a:lnSpc>
                <a:spcPct val="90000"/>
              </a:lnSpc>
              <a:spcBef>
                <a:spcPts val="0"/>
              </a:spcBef>
              <a:spcAft>
                <a:spcPts val="0"/>
              </a:spcAft>
              <a:buNone/>
              <a:defRPr sz="3600">
                <a:solidFill>
                  <a:schemeClr val="dk1"/>
                </a:solidFill>
              </a:defRPr>
            </a:lvl3pPr>
            <a:lvl4pPr lvl="3">
              <a:lnSpc>
                <a:spcPct val="90000"/>
              </a:lnSpc>
              <a:spcBef>
                <a:spcPts val="0"/>
              </a:spcBef>
              <a:spcAft>
                <a:spcPts val="0"/>
              </a:spcAft>
              <a:buNone/>
              <a:defRPr sz="3600">
                <a:solidFill>
                  <a:schemeClr val="dk1"/>
                </a:solidFill>
              </a:defRPr>
            </a:lvl4pPr>
            <a:lvl5pPr lvl="4">
              <a:lnSpc>
                <a:spcPct val="90000"/>
              </a:lnSpc>
              <a:spcBef>
                <a:spcPts val="0"/>
              </a:spcBef>
              <a:spcAft>
                <a:spcPts val="0"/>
              </a:spcAft>
              <a:buNone/>
              <a:defRPr sz="3600">
                <a:solidFill>
                  <a:schemeClr val="dk1"/>
                </a:solidFill>
              </a:defRPr>
            </a:lvl5pPr>
            <a:lvl6pPr lvl="5">
              <a:lnSpc>
                <a:spcPct val="90000"/>
              </a:lnSpc>
              <a:spcBef>
                <a:spcPts val="0"/>
              </a:spcBef>
              <a:spcAft>
                <a:spcPts val="0"/>
              </a:spcAft>
              <a:buNone/>
              <a:defRPr sz="3600">
                <a:solidFill>
                  <a:schemeClr val="dk1"/>
                </a:solidFill>
              </a:defRPr>
            </a:lvl6pPr>
            <a:lvl7pPr lvl="6">
              <a:lnSpc>
                <a:spcPct val="90000"/>
              </a:lnSpc>
              <a:spcBef>
                <a:spcPts val="0"/>
              </a:spcBef>
              <a:spcAft>
                <a:spcPts val="0"/>
              </a:spcAft>
              <a:buNone/>
              <a:defRPr sz="3600">
                <a:solidFill>
                  <a:schemeClr val="dk1"/>
                </a:solidFill>
              </a:defRPr>
            </a:lvl7pPr>
            <a:lvl8pPr lvl="7">
              <a:lnSpc>
                <a:spcPct val="90000"/>
              </a:lnSpc>
              <a:spcBef>
                <a:spcPts val="0"/>
              </a:spcBef>
              <a:spcAft>
                <a:spcPts val="0"/>
              </a:spcAft>
              <a:buNone/>
              <a:defRPr sz="3600">
                <a:solidFill>
                  <a:schemeClr val="dk1"/>
                </a:solidFill>
              </a:defRPr>
            </a:lvl8pPr>
            <a:lvl9pPr lvl="8">
              <a:lnSpc>
                <a:spcPct val="90000"/>
              </a:lnSpc>
              <a:spcBef>
                <a:spcPts val="0"/>
              </a:spcBef>
              <a:spcAft>
                <a:spcPts val="0"/>
              </a:spcAft>
              <a:buNone/>
              <a:defRPr sz="3600">
                <a:solidFill>
                  <a:schemeClr val="dk1"/>
                </a:solidFill>
              </a:defRPr>
            </a:lvl9pPr>
          </a:lstStyle>
          <a:p/>
        </p:txBody>
      </p:sp>
      <p:sp>
        <p:nvSpPr>
          <p:cNvPr id="85" name="Google Shape;85;p17"/>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86" name="Google Shape;86;p17"/>
          <p:cNvSpPr txBox="1"/>
          <p:nvPr>
            <p:ph idx="2"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87" name="Google Shape;87;p17"/>
          <p:cNvSpPr txBox="1"/>
          <p:nvPr>
            <p:ph idx="3" type="subTitle"/>
          </p:nvPr>
        </p:nvSpPr>
        <p:spPr>
          <a:xfrm>
            <a:off x="4909675" y="2841984"/>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88" name="Google Shape;88;p17"/>
          <p:cNvSpPr txBox="1"/>
          <p:nvPr>
            <p:ph idx="4" type="subTitle"/>
          </p:nvPr>
        </p:nvSpPr>
        <p:spPr>
          <a:xfrm>
            <a:off x="361975" y="3493626"/>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89" name="Google Shape;89;p17"/>
          <p:cNvSpPr txBox="1"/>
          <p:nvPr>
            <p:ph idx="5" type="subTitle"/>
          </p:nvPr>
        </p:nvSpPr>
        <p:spPr>
          <a:xfrm>
            <a:off x="4909675" y="3493626"/>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90" name="Google Shape;90;p17"/>
          <p:cNvSpPr txBox="1"/>
          <p:nvPr>
            <p:ph idx="6" type="subTitle"/>
          </p:nvPr>
        </p:nvSpPr>
        <p:spPr>
          <a:xfrm>
            <a:off x="361975" y="4145267"/>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91" name="Google Shape;91;p17"/>
          <p:cNvSpPr txBox="1"/>
          <p:nvPr>
            <p:ph idx="7" type="subTitle"/>
          </p:nvPr>
        </p:nvSpPr>
        <p:spPr>
          <a:xfrm>
            <a:off x="4909675" y="4145267"/>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Light">
  <p:cSld name="BLANK_1_1_1_1_1_1_1_1_1_1_1_1_1_1_2">
    <p:bg>
      <p:bgPr>
        <a:solidFill>
          <a:schemeClr val="accent6"/>
        </a:solidFill>
      </p:bgPr>
    </p:bg>
    <p:spTree>
      <p:nvGrpSpPr>
        <p:cNvPr id="92" name="Shape 92"/>
        <p:cNvGrpSpPr/>
        <p:nvPr/>
      </p:nvGrpSpPr>
      <p:grpSpPr>
        <a:xfrm>
          <a:off x="0" y="0"/>
          <a:ext cx="0" cy="0"/>
          <a:chOff x="0" y="0"/>
          <a:chExt cx="0" cy="0"/>
        </a:xfrm>
      </p:grpSpPr>
      <p:sp>
        <p:nvSpPr>
          <p:cNvPr id="93" name="Google Shape;93;p18"/>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u="sng"/>
          </a:p>
        </p:txBody>
      </p:sp>
      <p:sp>
        <p:nvSpPr>
          <p:cNvPr id="94" name="Google Shape;94;p18"/>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5" name="Google Shape;95;p18"/>
          <p:cNvSpPr txBox="1"/>
          <p:nvPr>
            <p:ph idx="2" type="body"/>
          </p:nvPr>
        </p:nvSpPr>
        <p:spPr>
          <a:xfrm>
            <a:off x="4845475" y="1361028"/>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96" name="Google Shape;96;p18"/>
          <p:cNvSpPr txBox="1"/>
          <p:nvPr>
            <p:ph idx="3" type="subTitle"/>
          </p:nvPr>
        </p:nvSpPr>
        <p:spPr>
          <a:xfrm>
            <a:off x="4845475" y="1028377"/>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97" name="Google Shape;97;p18"/>
          <p:cNvSpPr txBox="1"/>
          <p:nvPr>
            <p:ph idx="4" type="body"/>
          </p:nvPr>
        </p:nvSpPr>
        <p:spPr>
          <a:xfrm>
            <a:off x="4845475" y="2595865"/>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98" name="Google Shape;98;p18"/>
          <p:cNvSpPr txBox="1"/>
          <p:nvPr>
            <p:ph idx="5" type="subTitle"/>
          </p:nvPr>
        </p:nvSpPr>
        <p:spPr>
          <a:xfrm>
            <a:off x="4845475" y="2263215"/>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99" name="Google Shape;99;p18"/>
          <p:cNvSpPr txBox="1"/>
          <p:nvPr>
            <p:ph idx="6" type="body"/>
          </p:nvPr>
        </p:nvSpPr>
        <p:spPr>
          <a:xfrm>
            <a:off x="4845475" y="3870078"/>
            <a:ext cx="3382500" cy="4314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100" name="Google Shape;100;p18"/>
          <p:cNvSpPr txBox="1"/>
          <p:nvPr>
            <p:ph idx="7" type="subTitle"/>
          </p:nvPr>
        </p:nvSpPr>
        <p:spPr>
          <a:xfrm>
            <a:off x="4845475" y="3537427"/>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101" name="Google Shape;101;p18"/>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102" name="Google Shape;102;p18"/>
          <p:cNvSpPr txBox="1"/>
          <p:nvPr>
            <p:ph idx="8"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Light - Alt 1">
  <p:cSld name="BLANK_1_1_1_1_1_1_1_1_1_1_1_1_1_1_2_2">
    <p:bg>
      <p:bgPr>
        <a:solidFill>
          <a:schemeClr val="accent6"/>
        </a:solidFill>
      </p:bgPr>
    </p:bg>
    <p:spTree>
      <p:nvGrpSpPr>
        <p:cNvPr id="103" name="Shape 103"/>
        <p:cNvGrpSpPr/>
        <p:nvPr/>
      </p:nvGrpSpPr>
      <p:grpSpPr>
        <a:xfrm>
          <a:off x="0" y="0"/>
          <a:ext cx="0" cy="0"/>
          <a:chOff x="0" y="0"/>
          <a:chExt cx="0" cy="0"/>
        </a:xfrm>
      </p:grpSpPr>
      <p:sp>
        <p:nvSpPr>
          <p:cNvPr id="104" name="Google Shape;104;p19"/>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5" name="Google Shape;105;p19"/>
          <p:cNvSpPr txBox="1"/>
          <p:nvPr>
            <p:ph idx="2" type="body"/>
          </p:nvPr>
        </p:nvSpPr>
        <p:spPr>
          <a:xfrm>
            <a:off x="4845475" y="998689"/>
            <a:ext cx="3382500" cy="5877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106" name="Google Shape;106;p19"/>
          <p:cNvSpPr txBox="1"/>
          <p:nvPr>
            <p:ph idx="3" type="subTitle"/>
          </p:nvPr>
        </p:nvSpPr>
        <p:spPr>
          <a:xfrm>
            <a:off x="4845475" y="666041"/>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107" name="Google Shape;107;p19"/>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a:lvl1pPr>
            <a:lvl2pPr lvl="1">
              <a:lnSpc>
                <a:spcPct val="90000"/>
              </a:lnSpc>
              <a:spcBef>
                <a:spcPts val="0"/>
              </a:spcBef>
              <a:spcAft>
                <a:spcPts val="0"/>
              </a:spcAft>
              <a:buNone/>
              <a:defRPr/>
            </a:lvl2pPr>
            <a:lvl3pPr lvl="2">
              <a:lnSpc>
                <a:spcPct val="90000"/>
              </a:lnSpc>
              <a:spcBef>
                <a:spcPts val="0"/>
              </a:spcBef>
              <a:spcAft>
                <a:spcPts val="0"/>
              </a:spcAft>
              <a:buNone/>
              <a:defRPr/>
            </a:lvl3pPr>
            <a:lvl4pPr lvl="3">
              <a:lnSpc>
                <a:spcPct val="90000"/>
              </a:lnSpc>
              <a:spcBef>
                <a:spcPts val="0"/>
              </a:spcBef>
              <a:spcAft>
                <a:spcPts val="0"/>
              </a:spcAft>
              <a:buNone/>
              <a:defRPr/>
            </a:lvl4pPr>
            <a:lvl5pPr lvl="4">
              <a:lnSpc>
                <a:spcPct val="90000"/>
              </a:lnSpc>
              <a:spcBef>
                <a:spcPts val="0"/>
              </a:spcBef>
              <a:spcAft>
                <a:spcPts val="0"/>
              </a:spcAft>
              <a:buNone/>
              <a:defRPr/>
            </a:lvl5pPr>
            <a:lvl6pPr lvl="5">
              <a:lnSpc>
                <a:spcPct val="90000"/>
              </a:lnSpc>
              <a:spcBef>
                <a:spcPts val="0"/>
              </a:spcBef>
              <a:spcAft>
                <a:spcPts val="0"/>
              </a:spcAft>
              <a:buNone/>
              <a:defRPr/>
            </a:lvl6pPr>
            <a:lvl7pPr lvl="6">
              <a:lnSpc>
                <a:spcPct val="90000"/>
              </a:lnSpc>
              <a:spcBef>
                <a:spcPts val="0"/>
              </a:spcBef>
              <a:spcAft>
                <a:spcPts val="0"/>
              </a:spcAft>
              <a:buNone/>
              <a:defRPr/>
            </a:lvl7pPr>
            <a:lvl8pPr lvl="7">
              <a:lnSpc>
                <a:spcPct val="90000"/>
              </a:lnSpc>
              <a:spcBef>
                <a:spcPts val="0"/>
              </a:spcBef>
              <a:spcAft>
                <a:spcPts val="0"/>
              </a:spcAft>
              <a:buNone/>
              <a:defRPr/>
            </a:lvl8pPr>
            <a:lvl9pPr lvl="8">
              <a:lnSpc>
                <a:spcPct val="90000"/>
              </a:lnSpc>
              <a:spcBef>
                <a:spcPts val="0"/>
              </a:spcBef>
              <a:spcAft>
                <a:spcPts val="0"/>
              </a:spcAft>
              <a:buNone/>
              <a:defRPr/>
            </a:lvl9pPr>
          </a:lstStyle>
          <a:p/>
        </p:txBody>
      </p:sp>
      <p:sp>
        <p:nvSpPr>
          <p:cNvPr id="108" name="Google Shape;108;p19"/>
          <p:cNvSpPr txBox="1"/>
          <p:nvPr>
            <p:ph idx="4"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9" name="Google Shape;109;p19"/>
          <p:cNvSpPr txBox="1"/>
          <p:nvPr>
            <p:ph idx="5" type="body"/>
          </p:nvPr>
        </p:nvSpPr>
        <p:spPr>
          <a:xfrm>
            <a:off x="4845475" y="3927439"/>
            <a:ext cx="3382500" cy="5877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110" name="Google Shape;110;p19"/>
          <p:cNvSpPr txBox="1"/>
          <p:nvPr>
            <p:ph idx="6" type="subTitle"/>
          </p:nvPr>
        </p:nvSpPr>
        <p:spPr>
          <a:xfrm>
            <a:off x="4845475" y="3594791"/>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111" name="Google Shape;111;p19"/>
          <p:cNvSpPr txBox="1"/>
          <p:nvPr>
            <p:ph idx="7" type="body"/>
          </p:nvPr>
        </p:nvSpPr>
        <p:spPr>
          <a:xfrm>
            <a:off x="4845475" y="2431037"/>
            <a:ext cx="3382500" cy="5877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112" name="Google Shape;112;p19"/>
          <p:cNvSpPr txBox="1"/>
          <p:nvPr>
            <p:ph idx="8" type="subTitle"/>
          </p:nvPr>
        </p:nvSpPr>
        <p:spPr>
          <a:xfrm>
            <a:off x="4845475" y="2098390"/>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113" name="Google Shape;113;p19"/>
          <p:cNvSpPr txBox="1"/>
          <p:nvPr>
            <p:ph idx="9" type="body"/>
          </p:nvPr>
        </p:nvSpPr>
        <p:spPr>
          <a:xfrm>
            <a:off x="356100" y="3243900"/>
            <a:ext cx="2798700" cy="13344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114" name="Google Shape;114;p1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Dark">
  <p:cSld name="BLANK_1_1_1_1_1_1_1_1_1_1_1_1_1_1_2_1">
    <p:bg>
      <p:bgPr>
        <a:solidFill>
          <a:schemeClr val="lt1"/>
        </a:solidFill>
      </p:bgPr>
    </p:bg>
    <p:spTree>
      <p:nvGrpSpPr>
        <p:cNvPr id="115" name="Shape 115"/>
        <p:cNvGrpSpPr/>
        <p:nvPr/>
      </p:nvGrpSpPr>
      <p:grpSpPr>
        <a:xfrm>
          <a:off x="0" y="0"/>
          <a:ext cx="0" cy="0"/>
          <a:chOff x="0" y="0"/>
          <a:chExt cx="0" cy="0"/>
        </a:xfrm>
      </p:grpSpPr>
      <p:sp>
        <p:nvSpPr>
          <p:cNvPr id="116" name="Google Shape;116;p20"/>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17" name="Google Shape;117;p20"/>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18" name="Google Shape;118;p20"/>
          <p:cNvSpPr txBox="1"/>
          <p:nvPr>
            <p:ph idx="2" type="body"/>
          </p:nvPr>
        </p:nvSpPr>
        <p:spPr>
          <a:xfrm>
            <a:off x="4845475" y="1361028"/>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119" name="Google Shape;119;p20"/>
          <p:cNvSpPr txBox="1"/>
          <p:nvPr>
            <p:ph idx="3" type="subTitle"/>
          </p:nvPr>
        </p:nvSpPr>
        <p:spPr>
          <a:xfrm>
            <a:off x="4845475" y="1028377"/>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120" name="Google Shape;120;p20"/>
          <p:cNvSpPr txBox="1"/>
          <p:nvPr>
            <p:ph idx="4" type="body"/>
          </p:nvPr>
        </p:nvSpPr>
        <p:spPr>
          <a:xfrm>
            <a:off x="4845475" y="2595865"/>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121" name="Google Shape;121;p20"/>
          <p:cNvSpPr txBox="1"/>
          <p:nvPr>
            <p:ph idx="5" type="subTitle"/>
          </p:nvPr>
        </p:nvSpPr>
        <p:spPr>
          <a:xfrm>
            <a:off x="4845475" y="2263215"/>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122" name="Google Shape;122;p20"/>
          <p:cNvSpPr txBox="1"/>
          <p:nvPr>
            <p:ph idx="6" type="body"/>
          </p:nvPr>
        </p:nvSpPr>
        <p:spPr>
          <a:xfrm>
            <a:off x="4845475" y="3870078"/>
            <a:ext cx="3382500" cy="4314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SzPts val="1000"/>
              <a:buFont typeface="DM Sans"/>
              <a:buChar char="●"/>
              <a:defRPr sz="1000"/>
            </a:lvl1pPr>
            <a:lvl2pPr indent="-292100" lvl="1" marL="914400">
              <a:lnSpc>
                <a:spcPct val="100000"/>
              </a:lnSpc>
              <a:spcBef>
                <a:spcPts val="800"/>
              </a:spcBef>
              <a:spcAft>
                <a:spcPts val="0"/>
              </a:spcAft>
              <a:buSzPts val="1000"/>
              <a:buFont typeface="DM Sans"/>
              <a:buChar char="○"/>
              <a:defRPr sz="1000"/>
            </a:lvl2pPr>
            <a:lvl3pPr indent="-292100" lvl="2" marL="1371600">
              <a:lnSpc>
                <a:spcPct val="100000"/>
              </a:lnSpc>
              <a:spcBef>
                <a:spcPts val="800"/>
              </a:spcBef>
              <a:spcAft>
                <a:spcPts val="0"/>
              </a:spcAft>
              <a:buSzPts val="1000"/>
              <a:buFont typeface="DM Sans"/>
              <a:buChar char="■"/>
              <a:defRPr sz="1000"/>
            </a:lvl3pPr>
            <a:lvl4pPr indent="-292100" lvl="3" marL="1828800">
              <a:lnSpc>
                <a:spcPct val="100000"/>
              </a:lnSpc>
              <a:spcBef>
                <a:spcPts val="800"/>
              </a:spcBef>
              <a:spcAft>
                <a:spcPts val="0"/>
              </a:spcAft>
              <a:buSzPts val="1000"/>
              <a:buFont typeface="DM Sans"/>
              <a:buChar char="●"/>
              <a:defRPr sz="1000"/>
            </a:lvl4pPr>
            <a:lvl5pPr indent="-292100" lvl="4" marL="2286000">
              <a:lnSpc>
                <a:spcPct val="100000"/>
              </a:lnSpc>
              <a:spcBef>
                <a:spcPts val="800"/>
              </a:spcBef>
              <a:spcAft>
                <a:spcPts val="0"/>
              </a:spcAft>
              <a:buSzPts val="1000"/>
              <a:buFont typeface="DM Sans"/>
              <a:buChar char="○"/>
              <a:defRPr sz="1000"/>
            </a:lvl5pPr>
            <a:lvl6pPr indent="-292100" lvl="5" marL="2743200">
              <a:lnSpc>
                <a:spcPct val="100000"/>
              </a:lnSpc>
              <a:spcBef>
                <a:spcPts val="800"/>
              </a:spcBef>
              <a:spcAft>
                <a:spcPts val="0"/>
              </a:spcAft>
              <a:buSzPts val="1000"/>
              <a:buFont typeface="DM Sans"/>
              <a:buChar char="■"/>
              <a:defRPr sz="1000"/>
            </a:lvl6pPr>
            <a:lvl7pPr indent="-292100" lvl="6" marL="3200400">
              <a:lnSpc>
                <a:spcPct val="100000"/>
              </a:lnSpc>
              <a:spcBef>
                <a:spcPts val="800"/>
              </a:spcBef>
              <a:spcAft>
                <a:spcPts val="0"/>
              </a:spcAft>
              <a:buSzPts val="1000"/>
              <a:buFont typeface="DM Sans"/>
              <a:buChar char="●"/>
              <a:defRPr sz="1000"/>
            </a:lvl7pPr>
            <a:lvl8pPr indent="-292100" lvl="7" marL="3657600">
              <a:lnSpc>
                <a:spcPct val="100000"/>
              </a:lnSpc>
              <a:spcBef>
                <a:spcPts val="800"/>
              </a:spcBef>
              <a:spcAft>
                <a:spcPts val="0"/>
              </a:spcAft>
              <a:buSzPts val="1000"/>
              <a:buFont typeface="DM Sans"/>
              <a:buChar char="○"/>
              <a:defRPr sz="1000"/>
            </a:lvl8pPr>
            <a:lvl9pPr indent="-292100" lvl="8" marL="4114800">
              <a:lnSpc>
                <a:spcPct val="100000"/>
              </a:lnSpc>
              <a:spcBef>
                <a:spcPts val="800"/>
              </a:spcBef>
              <a:spcAft>
                <a:spcPts val="800"/>
              </a:spcAft>
              <a:buSzPts val="1000"/>
              <a:buFont typeface="DM Sans"/>
              <a:buChar char="■"/>
              <a:defRPr sz="1000"/>
            </a:lvl9pPr>
          </a:lstStyle>
          <a:p/>
        </p:txBody>
      </p:sp>
      <p:sp>
        <p:nvSpPr>
          <p:cNvPr id="123" name="Google Shape;123;p20"/>
          <p:cNvSpPr txBox="1"/>
          <p:nvPr>
            <p:ph idx="7" type="subTitle"/>
          </p:nvPr>
        </p:nvSpPr>
        <p:spPr>
          <a:xfrm>
            <a:off x="4845475" y="3537427"/>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124" name="Google Shape;124;p20"/>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125" name="Google Shape;125;p20"/>
          <p:cNvSpPr txBox="1"/>
          <p:nvPr>
            <p:ph idx="8"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four big ideas">
  <p:cSld name="BLANK_1_1_1_1_1_1_1_1_1_1_1_1_1_1_1">
    <p:bg>
      <p:bgPr>
        <a:solidFill>
          <a:schemeClr val="lt1"/>
        </a:solidFill>
      </p:bgPr>
    </p:bg>
    <p:spTree>
      <p:nvGrpSpPr>
        <p:cNvPr id="126" name="Shape 126"/>
        <p:cNvGrpSpPr/>
        <p:nvPr/>
      </p:nvGrpSpPr>
      <p:grpSpPr>
        <a:xfrm>
          <a:off x="0" y="0"/>
          <a:ext cx="0" cy="0"/>
          <a:chOff x="0" y="0"/>
          <a:chExt cx="0" cy="0"/>
        </a:xfrm>
      </p:grpSpPr>
      <p:sp>
        <p:nvSpPr>
          <p:cNvPr id="127" name="Google Shape;127;p21"/>
          <p:cNvSpPr txBox="1"/>
          <p:nvPr>
            <p:ph idx="1" type="body"/>
          </p:nvPr>
        </p:nvSpPr>
        <p:spPr>
          <a:xfrm>
            <a:off x="2610420" y="2943375"/>
            <a:ext cx="1645800" cy="1608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128" name="Google Shape;128;p21"/>
          <p:cNvSpPr txBox="1"/>
          <p:nvPr>
            <p:ph idx="2" type="subTitle"/>
          </p:nvPr>
        </p:nvSpPr>
        <p:spPr>
          <a:xfrm>
            <a:off x="2610418" y="2169054"/>
            <a:ext cx="16458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129" name="Google Shape;129;p21"/>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30" name="Google Shape;130;p21"/>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31" name="Google Shape;131;p21"/>
          <p:cNvSpPr txBox="1"/>
          <p:nvPr>
            <p:ph idx="4" type="body"/>
          </p:nvPr>
        </p:nvSpPr>
        <p:spPr>
          <a:xfrm>
            <a:off x="4889772" y="2943375"/>
            <a:ext cx="1645800" cy="16080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132" name="Google Shape;132;p21"/>
          <p:cNvSpPr txBox="1"/>
          <p:nvPr>
            <p:ph idx="5" type="subTitle"/>
          </p:nvPr>
        </p:nvSpPr>
        <p:spPr>
          <a:xfrm>
            <a:off x="4889774" y="2169054"/>
            <a:ext cx="1645800" cy="452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133" name="Google Shape;133;p21"/>
          <p:cNvSpPr txBox="1"/>
          <p:nvPr>
            <p:ph idx="6" type="body"/>
          </p:nvPr>
        </p:nvSpPr>
        <p:spPr>
          <a:xfrm>
            <a:off x="7130875" y="2943375"/>
            <a:ext cx="1645800" cy="1608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134" name="Google Shape;134;p21"/>
          <p:cNvSpPr txBox="1"/>
          <p:nvPr>
            <p:ph idx="7" type="subTitle"/>
          </p:nvPr>
        </p:nvSpPr>
        <p:spPr>
          <a:xfrm>
            <a:off x="7130874" y="2169054"/>
            <a:ext cx="16458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135" name="Google Shape;135;p21"/>
          <p:cNvSpPr txBox="1"/>
          <p:nvPr>
            <p:ph idx="8" type="body"/>
          </p:nvPr>
        </p:nvSpPr>
        <p:spPr>
          <a:xfrm>
            <a:off x="360525" y="2943375"/>
            <a:ext cx="1645800" cy="1608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136" name="Google Shape;136;p21"/>
          <p:cNvSpPr txBox="1"/>
          <p:nvPr>
            <p:ph idx="9" type="subTitle"/>
          </p:nvPr>
        </p:nvSpPr>
        <p:spPr>
          <a:xfrm>
            <a:off x="360533" y="2169054"/>
            <a:ext cx="1645800" cy="452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137" name="Google Shape;137;p21"/>
          <p:cNvSpPr txBox="1"/>
          <p:nvPr>
            <p:ph idx="13"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9pPr>
          </a:lstStyle>
          <a:p/>
        </p:txBody>
      </p:sp>
      <p:sp>
        <p:nvSpPr>
          <p:cNvPr id="138" name="Google Shape;138;p21"/>
          <p:cNvSpPr txBox="1"/>
          <p:nvPr>
            <p:ph type="title"/>
          </p:nvPr>
        </p:nvSpPr>
        <p:spPr>
          <a:xfrm>
            <a:off x="1938175" y="988550"/>
            <a:ext cx="5267700" cy="587700"/>
          </a:xfrm>
          <a:prstGeom prst="rect">
            <a:avLst/>
          </a:prstGeom>
        </p:spPr>
        <p:txBody>
          <a:bodyPr anchorCtr="0" anchor="t" bIns="0" lIns="0" spcFirstLastPara="1" rIns="0" wrap="square" tIns="0">
            <a:noAutofit/>
          </a:bodyPr>
          <a:lstStyle>
            <a:lvl1pPr lvl="0" algn="ctr">
              <a:spcBef>
                <a:spcPts val="0"/>
              </a:spcBef>
              <a:spcAft>
                <a:spcPts val="0"/>
              </a:spcAft>
              <a:buNone/>
              <a:defRPr sz="2200">
                <a:solidFill>
                  <a:schemeClr val="dk1"/>
                </a:solidFill>
              </a:defRPr>
            </a:lvl1pPr>
            <a:lvl2pPr lvl="1" algn="ctr">
              <a:spcBef>
                <a:spcPts val="0"/>
              </a:spcBef>
              <a:spcAft>
                <a:spcPts val="0"/>
              </a:spcAft>
              <a:buNone/>
              <a:defRPr sz="2200">
                <a:solidFill>
                  <a:schemeClr val="dk1"/>
                </a:solidFill>
              </a:defRPr>
            </a:lvl2pPr>
            <a:lvl3pPr lvl="2" algn="ctr">
              <a:spcBef>
                <a:spcPts val="0"/>
              </a:spcBef>
              <a:spcAft>
                <a:spcPts val="0"/>
              </a:spcAft>
              <a:buNone/>
              <a:defRPr sz="2200">
                <a:solidFill>
                  <a:schemeClr val="dk1"/>
                </a:solidFill>
              </a:defRPr>
            </a:lvl3pPr>
            <a:lvl4pPr lvl="3" algn="ctr">
              <a:spcBef>
                <a:spcPts val="0"/>
              </a:spcBef>
              <a:spcAft>
                <a:spcPts val="0"/>
              </a:spcAft>
              <a:buNone/>
              <a:defRPr sz="2200">
                <a:solidFill>
                  <a:schemeClr val="dk1"/>
                </a:solidFill>
              </a:defRPr>
            </a:lvl4pPr>
            <a:lvl5pPr lvl="4" algn="ctr">
              <a:spcBef>
                <a:spcPts val="0"/>
              </a:spcBef>
              <a:spcAft>
                <a:spcPts val="0"/>
              </a:spcAft>
              <a:buNone/>
              <a:defRPr sz="2200">
                <a:solidFill>
                  <a:schemeClr val="dk1"/>
                </a:solidFill>
              </a:defRPr>
            </a:lvl5pPr>
            <a:lvl6pPr lvl="5" algn="ctr">
              <a:spcBef>
                <a:spcPts val="0"/>
              </a:spcBef>
              <a:spcAft>
                <a:spcPts val="0"/>
              </a:spcAft>
              <a:buNone/>
              <a:defRPr sz="2200">
                <a:solidFill>
                  <a:schemeClr val="dk1"/>
                </a:solidFill>
              </a:defRPr>
            </a:lvl6pPr>
            <a:lvl7pPr lvl="6" algn="ctr">
              <a:spcBef>
                <a:spcPts val="0"/>
              </a:spcBef>
              <a:spcAft>
                <a:spcPts val="0"/>
              </a:spcAft>
              <a:buNone/>
              <a:defRPr sz="2200">
                <a:solidFill>
                  <a:schemeClr val="dk1"/>
                </a:solidFill>
              </a:defRPr>
            </a:lvl7pPr>
            <a:lvl8pPr lvl="7" algn="ctr">
              <a:spcBef>
                <a:spcPts val="0"/>
              </a:spcBef>
              <a:spcAft>
                <a:spcPts val="0"/>
              </a:spcAft>
              <a:buNone/>
              <a:defRPr sz="2200">
                <a:solidFill>
                  <a:schemeClr val="dk1"/>
                </a:solidFill>
              </a:defRPr>
            </a:lvl8pPr>
            <a:lvl9pPr lvl="8" algn="ctr">
              <a:spcBef>
                <a:spcPts val="0"/>
              </a:spcBef>
              <a:spcAft>
                <a:spcPts val="0"/>
              </a:spcAft>
              <a:buNone/>
              <a:defRPr sz="2200">
                <a:solidFill>
                  <a:schemeClr val="dk1"/>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big ideas">
  <p:cSld name="BLANK_1_1_1_1_1_1_1_1_1_1_1_1_1_1_1_3">
    <p:bg>
      <p:bgPr>
        <a:solidFill>
          <a:schemeClr val="accent2"/>
        </a:solidFill>
      </p:bgPr>
    </p:bg>
    <p:spTree>
      <p:nvGrpSpPr>
        <p:cNvPr id="139" name="Shape 139"/>
        <p:cNvGrpSpPr/>
        <p:nvPr/>
      </p:nvGrpSpPr>
      <p:grpSpPr>
        <a:xfrm>
          <a:off x="0" y="0"/>
          <a:ext cx="0" cy="0"/>
          <a:chOff x="0" y="0"/>
          <a:chExt cx="0" cy="0"/>
        </a:xfrm>
      </p:grpSpPr>
      <p:sp>
        <p:nvSpPr>
          <p:cNvPr id="140" name="Google Shape;140;p22"/>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41" name="Google Shape;141;p22"/>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2" name="Google Shape;142;p22"/>
          <p:cNvSpPr txBox="1"/>
          <p:nvPr>
            <p:ph idx="2" type="body"/>
          </p:nvPr>
        </p:nvSpPr>
        <p:spPr>
          <a:xfrm>
            <a:off x="361975" y="3231275"/>
            <a:ext cx="1457400" cy="10776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Font typeface="DM Sans Light"/>
              <a:buChar char="●"/>
              <a:defRPr sz="1000">
                <a:latin typeface="DM Sans Light"/>
                <a:ea typeface="DM Sans Light"/>
                <a:cs typeface="DM Sans Light"/>
                <a:sym typeface="DM Sans Light"/>
              </a:defRPr>
            </a:lvl1pPr>
            <a:lvl2pPr indent="-292100" lvl="1" marL="9144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2pPr>
            <a:lvl3pPr indent="-292100" lvl="2" marL="13716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3pPr>
            <a:lvl4pPr indent="-292100" lvl="3" marL="18288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4pPr>
            <a:lvl5pPr indent="-292100" lvl="4" marL="22860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5pPr>
            <a:lvl6pPr indent="-292100" lvl="5" marL="27432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6pPr>
            <a:lvl7pPr indent="-292100" lvl="6" marL="32004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7pPr>
            <a:lvl8pPr indent="-292100" lvl="7" marL="36576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8pPr>
            <a:lvl9pPr indent="-292100" lvl="8" marL="4114800">
              <a:lnSpc>
                <a:spcPct val="100000"/>
              </a:lnSpc>
              <a:spcBef>
                <a:spcPts val="800"/>
              </a:spcBef>
              <a:spcAft>
                <a:spcPts val="800"/>
              </a:spcAft>
              <a:buSzPts val="1000"/>
              <a:buFont typeface="DM Sans Light"/>
              <a:buChar char="■"/>
              <a:defRPr sz="1000">
                <a:latin typeface="DM Sans Light"/>
                <a:ea typeface="DM Sans Light"/>
                <a:cs typeface="DM Sans Light"/>
                <a:sym typeface="DM Sans Light"/>
              </a:defRPr>
            </a:lvl9pPr>
          </a:lstStyle>
          <a:p/>
        </p:txBody>
      </p:sp>
      <p:sp>
        <p:nvSpPr>
          <p:cNvPr id="143" name="Google Shape;143;p22"/>
          <p:cNvSpPr txBox="1"/>
          <p:nvPr>
            <p:ph idx="3" type="subTitle"/>
          </p:nvPr>
        </p:nvSpPr>
        <p:spPr>
          <a:xfrm>
            <a:off x="361975"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44" name="Google Shape;144;p22"/>
          <p:cNvSpPr txBox="1"/>
          <p:nvPr>
            <p:ph idx="4"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45" name="Google Shape;145;p22"/>
          <p:cNvSpPr txBox="1"/>
          <p:nvPr>
            <p:ph type="title"/>
          </p:nvPr>
        </p:nvSpPr>
        <p:spPr>
          <a:xfrm>
            <a:off x="1938175" y="988550"/>
            <a:ext cx="5267700" cy="587700"/>
          </a:xfrm>
          <a:prstGeom prst="rect">
            <a:avLst/>
          </a:prstGeom>
        </p:spPr>
        <p:txBody>
          <a:bodyPr anchorCtr="0" anchor="t" bIns="0" lIns="0" spcFirstLastPara="1" rIns="0" wrap="square" tIns="0">
            <a:noAutofit/>
          </a:bodyPr>
          <a:lstStyle>
            <a:lvl1pPr lvl="0" algn="ctr">
              <a:spcBef>
                <a:spcPts val="0"/>
              </a:spcBef>
              <a:spcAft>
                <a:spcPts val="0"/>
              </a:spcAft>
              <a:buNone/>
              <a:defRPr sz="2200"/>
            </a:lvl1pPr>
            <a:lvl2pPr lvl="1" algn="ctr">
              <a:spcBef>
                <a:spcPts val="0"/>
              </a:spcBef>
              <a:spcAft>
                <a:spcPts val="0"/>
              </a:spcAft>
              <a:buNone/>
              <a:defRPr sz="2200"/>
            </a:lvl2pPr>
            <a:lvl3pPr lvl="2" algn="ctr">
              <a:spcBef>
                <a:spcPts val="0"/>
              </a:spcBef>
              <a:spcAft>
                <a:spcPts val="0"/>
              </a:spcAft>
              <a:buNone/>
              <a:defRPr sz="2200"/>
            </a:lvl3pPr>
            <a:lvl4pPr lvl="3" algn="ctr">
              <a:spcBef>
                <a:spcPts val="0"/>
              </a:spcBef>
              <a:spcAft>
                <a:spcPts val="0"/>
              </a:spcAft>
              <a:buNone/>
              <a:defRPr sz="2200"/>
            </a:lvl4pPr>
            <a:lvl5pPr lvl="4" algn="ctr">
              <a:spcBef>
                <a:spcPts val="0"/>
              </a:spcBef>
              <a:spcAft>
                <a:spcPts val="0"/>
              </a:spcAft>
              <a:buNone/>
              <a:defRPr sz="2200"/>
            </a:lvl5pPr>
            <a:lvl6pPr lvl="5" algn="ctr">
              <a:spcBef>
                <a:spcPts val="0"/>
              </a:spcBef>
              <a:spcAft>
                <a:spcPts val="0"/>
              </a:spcAft>
              <a:buNone/>
              <a:defRPr sz="2200"/>
            </a:lvl6pPr>
            <a:lvl7pPr lvl="6" algn="ctr">
              <a:spcBef>
                <a:spcPts val="0"/>
              </a:spcBef>
              <a:spcAft>
                <a:spcPts val="0"/>
              </a:spcAft>
              <a:buNone/>
              <a:defRPr sz="2200"/>
            </a:lvl7pPr>
            <a:lvl8pPr lvl="7" algn="ctr">
              <a:spcBef>
                <a:spcPts val="0"/>
              </a:spcBef>
              <a:spcAft>
                <a:spcPts val="0"/>
              </a:spcAft>
              <a:buNone/>
              <a:defRPr sz="2200"/>
            </a:lvl8pPr>
            <a:lvl9pPr lvl="8" algn="ctr">
              <a:spcBef>
                <a:spcPts val="0"/>
              </a:spcBef>
              <a:spcAft>
                <a:spcPts val="0"/>
              </a:spcAft>
              <a:buNone/>
              <a:defRPr sz="2200"/>
            </a:lvl9pPr>
          </a:lstStyle>
          <a:p/>
        </p:txBody>
      </p:sp>
      <p:sp>
        <p:nvSpPr>
          <p:cNvPr id="146" name="Google Shape;146;p22"/>
          <p:cNvSpPr txBox="1"/>
          <p:nvPr>
            <p:ph idx="5" type="subTitle"/>
          </p:nvPr>
        </p:nvSpPr>
        <p:spPr>
          <a:xfrm>
            <a:off x="7319275"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47" name="Google Shape;147;p22"/>
          <p:cNvSpPr txBox="1"/>
          <p:nvPr>
            <p:ph idx="6" type="body"/>
          </p:nvPr>
        </p:nvSpPr>
        <p:spPr>
          <a:xfrm>
            <a:off x="2101300"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148" name="Google Shape;148;p22"/>
          <p:cNvSpPr txBox="1"/>
          <p:nvPr>
            <p:ph idx="7" type="body"/>
          </p:nvPr>
        </p:nvSpPr>
        <p:spPr>
          <a:xfrm>
            <a:off x="3840625"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149" name="Google Shape;149;p22"/>
          <p:cNvSpPr txBox="1"/>
          <p:nvPr>
            <p:ph idx="8" type="body"/>
          </p:nvPr>
        </p:nvSpPr>
        <p:spPr>
          <a:xfrm>
            <a:off x="5579950"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150" name="Google Shape;150;p22"/>
          <p:cNvSpPr txBox="1"/>
          <p:nvPr>
            <p:ph idx="9" type="subTitle"/>
          </p:nvPr>
        </p:nvSpPr>
        <p:spPr>
          <a:xfrm>
            <a:off x="2101300"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51" name="Google Shape;151;p22"/>
          <p:cNvSpPr txBox="1"/>
          <p:nvPr>
            <p:ph idx="13" type="subTitle"/>
          </p:nvPr>
        </p:nvSpPr>
        <p:spPr>
          <a:xfrm>
            <a:off x="3840625"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52" name="Google Shape;152;p22"/>
          <p:cNvSpPr txBox="1"/>
          <p:nvPr>
            <p:ph idx="14" type="subTitle"/>
          </p:nvPr>
        </p:nvSpPr>
        <p:spPr>
          <a:xfrm>
            <a:off x="5579950"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53" name="Google Shape;153;p22"/>
          <p:cNvSpPr txBox="1"/>
          <p:nvPr>
            <p:ph idx="15" type="body"/>
          </p:nvPr>
        </p:nvSpPr>
        <p:spPr>
          <a:xfrm>
            <a:off x="7319275"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1">
  <p:cSld name="BLANK_1_1_1_1_1_1_1_1_1_1_1_1_1_1_1_2">
    <p:bg>
      <p:bgPr>
        <a:solidFill>
          <a:schemeClr val="lt1"/>
        </a:solidFill>
      </p:bgPr>
    </p:bg>
    <p:spTree>
      <p:nvGrpSpPr>
        <p:cNvPr id="154" name="Shape 154"/>
        <p:cNvGrpSpPr/>
        <p:nvPr/>
      </p:nvGrpSpPr>
      <p:grpSpPr>
        <a:xfrm>
          <a:off x="0" y="0"/>
          <a:ext cx="0" cy="0"/>
          <a:chOff x="0" y="0"/>
          <a:chExt cx="0" cy="0"/>
        </a:xfrm>
      </p:grpSpPr>
      <p:sp>
        <p:nvSpPr>
          <p:cNvPr id="155" name="Google Shape;155;p23"/>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56" name="Google Shape;156;p23"/>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57" name="Google Shape;157;p23"/>
          <p:cNvSpPr txBox="1"/>
          <p:nvPr>
            <p:ph idx="2" type="body"/>
          </p:nvPr>
        </p:nvSpPr>
        <p:spPr>
          <a:xfrm>
            <a:off x="7130875" y="3628800"/>
            <a:ext cx="1645800" cy="680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58" name="Google Shape;158;p23"/>
          <p:cNvSpPr txBox="1"/>
          <p:nvPr>
            <p:ph idx="3" type="subTitle"/>
          </p:nvPr>
        </p:nvSpPr>
        <p:spPr>
          <a:xfrm>
            <a:off x="7130875"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59" name="Google Shape;159;p23"/>
          <p:cNvSpPr txBox="1"/>
          <p:nvPr>
            <p:ph idx="4" type="subTitle"/>
          </p:nvPr>
        </p:nvSpPr>
        <p:spPr>
          <a:xfrm>
            <a:off x="7130875"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60" name="Google Shape;160;p23"/>
          <p:cNvSpPr txBox="1"/>
          <p:nvPr>
            <p:ph idx="5" type="body"/>
          </p:nvPr>
        </p:nvSpPr>
        <p:spPr>
          <a:xfrm>
            <a:off x="4892138" y="3628800"/>
            <a:ext cx="1645800" cy="680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61" name="Google Shape;161;p23"/>
          <p:cNvSpPr txBox="1"/>
          <p:nvPr>
            <p:ph idx="6" type="subTitle"/>
          </p:nvPr>
        </p:nvSpPr>
        <p:spPr>
          <a:xfrm>
            <a:off x="4892138"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62" name="Google Shape;162;p23"/>
          <p:cNvSpPr txBox="1"/>
          <p:nvPr>
            <p:ph idx="7" type="subTitle"/>
          </p:nvPr>
        </p:nvSpPr>
        <p:spPr>
          <a:xfrm>
            <a:off x="4892138"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63" name="Google Shape;163;p23"/>
          <p:cNvSpPr txBox="1"/>
          <p:nvPr>
            <p:ph idx="8" type="body"/>
          </p:nvPr>
        </p:nvSpPr>
        <p:spPr>
          <a:xfrm>
            <a:off x="2607050" y="3628800"/>
            <a:ext cx="1645800" cy="6801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nSpc>
                <a:spcPct val="100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64" name="Google Shape;164;p23"/>
          <p:cNvSpPr txBox="1"/>
          <p:nvPr>
            <p:ph idx="9" type="subTitle"/>
          </p:nvPr>
        </p:nvSpPr>
        <p:spPr>
          <a:xfrm>
            <a:off x="2607050"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65" name="Google Shape;165;p23"/>
          <p:cNvSpPr txBox="1"/>
          <p:nvPr>
            <p:ph idx="13" type="subTitle"/>
          </p:nvPr>
        </p:nvSpPr>
        <p:spPr>
          <a:xfrm>
            <a:off x="2607050"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66" name="Google Shape;166;p23"/>
          <p:cNvSpPr txBox="1"/>
          <p:nvPr>
            <p:ph idx="14" type="body"/>
          </p:nvPr>
        </p:nvSpPr>
        <p:spPr>
          <a:xfrm>
            <a:off x="361975" y="3628800"/>
            <a:ext cx="1645800" cy="680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67" name="Google Shape;167;p23"/>
          <p:cNvSpPr txBox="1"/>
          <p:nvPr>
            <p:ph idx="15" type="subTitle"/>
          </p:nvPr>
        </p:nvSpPr>
        <p:spPr>
          <a:xfrm>
            <a:off x="361975"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68" name="Google Shape;168;p23"/>
          <p:cNvSpPr txBox="1"/>
          <p:nvPr>
            <p:ph idx="16" type="subTitle"/>
          </p:nvPr>
        </p:nvSpPr>
        <p:spPr>
          <a:xfrm>
            <a:off x="361975"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69" name="Google Shape;169;p23"/>
          <p:cNvSpPr txBox="1"/>
          <p:nvPr>
            <p:ph idx="17"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9pPr>
          </a:lstStyle>
          <a:p/>
        </p:txBody>
      </p:sp>
      <p:sp>
        <p:nvSpPr>
          <p:cNvPr id="170" name="Google Shape;170;p23"/>
          <p:cNvSpPr txBox="1"/>
          <p:nvPr>
            <p:ph type="title"/>
          </p:nvPr>
        </p:nvSpPr>
        <p:spPr>
          <a:xfrm>
            <a:off x="1406600" y="988557"/>
            <a:ext cx="6330900" cy="5877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None/>
              <a:defRPr sz="2200">
                <a:solidFill>
                  <a:schemeClr val="dk1"/>
                </a:solidFill>
              </a:defRPr>
            </a:lvl1pPr>
            <a:lvl2pPr lvl="1" algn="ctr">
              <a:lnSpc>
                <a:spcPct val="90000"/>
              </a:lnSpc>
              <a:spcBef>
                <a:spcPts val="0"/>
              </a:spcBef>
              <a:spcAft>
                <a:spcPts val="0"/>
              </a:spcAft>
              <a:buNone/>
              <a:defRPr sz="2200">
                <a:solidFill>
                  <a:schemeClr val="dk1"/>
                </a:solidFill>
              </a:defRPr>
            </a:lvl2pPr>
            <a:lvl3pPr lvl="2" algn="ctr">
              <a:lnSpc>
                <a:spcPct val="90000"/>
              </a:lnSpc>
              <a:spcBef>
                <a:spcPts val="0"/>
              </a:spcBef>
              <a:spcAft>
                <a:spcPts val="0"/>
              </a:spcAft>
              <a:buNone/>
              <a:defRPr sz="2200">
                <a:solidFill>
                  <a:schemeClr val="dk1"/>
                </a:solidFill>
              </a:defRPr>
            </a:lvl3pPr>
            <a:lvl4pPr lvl="3" algn="ctr">
              <a:lnSpc>
                <a:spcPct val="90000"/>
              </a:lnSpc>
              <a:spcBef>
                <a:spcPts val="0"/>
              </a:spcBef>
              <a:spcAft>
                <a:spcPts val="0"/>
              </a:spcAft>
              <a:buNone/>
              <a:defRPr sz="2200">
                <a:solidFill>
                  <a:schemeClr val="dk1"/>
                </a:solidFill>
              </a:defRPr>
            </a:lvl4pPr>
            <a:lvl5pPr lvl="4" algn="ctr">
              <a:lnSpc>
                <a:spcPct val="90000"/>
              </a:lnSpc>
              <a:spcBef>
                <a:spcPts val="0"/>
              </a:spcBef>
              <a:spcAft>
                <a:spcPts val="0"/>
              </a:spcAft>
              <a:buNone/>
              <a:defRPr sz="2200">
                <a:solidFill>
                  <a:schemeClr val="dk1"/>
                </a:solidFill>
              </a:defRPr>
            </a:lvl5pPr>
            <a:lvl6pPr lvl="5" algn="ctr">
              <a:lnSpc>
                <a:spcPct val="90000"/>
              </a:lnSpc>
              <a:spcBef>
                <a:spcPts val="0"/>
              </a:spcBef>
              <a:spcAft>
                <a:spcPts val="0"/>
              </a:spcAft>
              <a:buNone/>
              <a:defRPr sz="2200">
                <a:solidFill>
                  <a:schemeClr val="dk1"/>
                </a:solidFill>
              </a:defRPr>
            </a:lvl6pPr>
            <a:lvl7pPr lvl="6" algn="ctr">
              <a:lnSpc>
                <a:spcPct val="90000"/>
              </a:lnSpc>
              <a:spcBef>
                <a:spcPts val="0"/>
              </a:spcBef>
              <a:spcAft>
                <a:spcPts val="0"/>
              </a:spcAft>
              <a:buNone/>
              <a:defRPr sz="2200">
                <a:solidFill>
                  <a:schemeClr val="dk1"/>
                </a:solidFill>
              </a:defRPr>
            </a:lvl7pPr>
            <a:lvl8pPr lvl="7" algn="ctr">
              <a:lnSpc>
                <a:spcPct val="90000"/>
              </a:lnSpc>
              <a:spcBef>
                <a:spcPts val="0"/>
              </a:spcBef>
              <a:spcAft>
                <a:spcPts val="0"/>
              </a:spcAft>
              <a:buNone/>
              <a:defRPr sz="2200">
                <a:solidFill>
                  <a:schemeClr val="dk1"/>
                </a:solidFill>
              </a:defRPr>
            </a:lvl8pPr>
            <a:lvl9pPr lvl="8" algn="ctr">
              <a:lnSpc>
                <a:spcPct val="90000"/>
              </a:lnSpc>
              <a:spcBef>
                <a:spcPts val="0"/>
              </a:spcBef>
              <a:spcAft>
                <a:spcPts val="0"/>
              </a:spcAft>
              <a:buNone/>
              <a:defRPr sz="2200">
                <a:solidFill>
                  <a:schemeClr val="dk1"/>
                </a:solidFil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USTOM_7_1_1_1_1_1_1_1_1_1_1_1_1_1_1_1_1">
    <p:bg>
      <p:bgPr>
        <a:solidFill>
          <a:schemeClr val="lt1"/>
        </a:solidFill>
      </p:bgPr>
    </p:bg>
    <p:spTree>
      <p:nvGrpSpPr>
        <p:cNvPr id="171" name="Shape 171"/>
        <p:cNvGrpSpPr/>
        <p:nvPr/>
      </p:nvGrpSpPr>
      <p:grpSpPr>
        <a:xfrm>
          <a:off x="0" y="0"/>
          <a:ext cx="0" cy="0"/>
          <a:chOff x="0" y="0"/>
          <a:chExt cx="0" cy="0"/>
        </a:xfrm>
      </p:grpSpPr>
      <p:sp>
        <p:nvSpPr>
          <p:cNvPr id="172" name="Google Shape;172;p24"/>
          <p:cNvSpPr/>
          <p:nvPr>
            <p:ph idx="2" type="pic"/>
          </p:nvPr>
        </p:nvSpPr>
        <p:spPr>
          <a:xfrm>
            <a:off x="4587725" y="-8750"/>
            <a:ext cx="4572000" cy="5152200"/>
          </a:xfrm>
          <a:prstGeom prst="rect">
            <a:avLst/>
          </a:prstGeom>
          <a:noFill/>
          <a:ln>
            <a:noFill/>
          </a:ln>
        </p:spPr>
      </p:sp>
      <p:sp>
        <p:nvSpPr>
          <p:cNvPr id="173" name="Google Shape;173;p24"/>
          <p:cNvSpPr txBox="1"/>
          <p:nvPr>
            <p:ph type="title"/>
          </p:nvPr>
        </p:nvSpPr>
        <p:spPr>
          <a:xfrm>
            <a:off x="361975" y="923525"/>
            <a:ext cx="3860100" cy="587700"/>
          </a:xfrm>
          <a:prstGeom prst="rect">
            <a:avLst/>
          </a:prstGeom>
        </p:spPr>
        <p:txBody>
          <a:bodyPr anchorCtr="0" anchor="t" bIns="91425" lIns="91425" spcFirstLastPara="1" rIns="91425" wrap="square" tIns="91425">
            <a:noAutofit/>
          </a:bodyPr>
          <a:lstStyle>
            <a:lvl1pPr lvl="0" algn="ctr">
              <a:lnSpc>
                <a:spcPct val="80000"/>
              </a:lnSpc>
              <a:spcBef>
                <a:spcPts val="0"/>
              </a:spcBef>
              <a:spcAft>
                <a:spcPts val="0"/>
              </a:spcAft>
              <a:buNone/>
              <a:defRPr sz="4200">
                <a:solidFill>
                  <a:schemeClr val="dk1"/>
                </a:solidFill>
              </a:defRPr>
            </a:lvl1pPr>
            <a:lvl2pPr lvl="1" algn="ctr">
              <a:lnSpc>
                <a:spcPct val="115000"/>
              </a:lnSpc>
              <a:spcBef>
                <a:spcPts val="0"/>
              </a:spcBef>
              <a:spcAft>
                <a:spcPts val="0"/>
              </a:spcAft>
              <a:buNone/>
              <a:defRPr>
                <a:solidFill>
                  <a:schemeClr val="dk1"/>
                </a:solidFill>
              </a:defRPr>
            </a:lvl2pPr>
            <a:lvl3pPr lvl="2" algn="ctr">
              <a:lnSpc>
                <a:spcPct val="115000"/>
              </a:lnSpc>
              <a:spcBef>
                <a:spcPts val="0"/>
              </a:spcBef>
              <a:spcAft>
                <a:spcPts val="0"/>
              </a:spcAft>
              <a:buNone/>
              <a:defRPr>
                <a:solidFill>
                  <a:schemeClr val="dk1"/>
                </a:solidFill>
              </a:defRPr>
            </a:lvl3pPr>
            <a:lvl4pPr lvl="3" algn="ctr">
              <a:lnSpc>
                <a:spcPct val="115000"/>
              </a:lnSpc>
              <a:spcBef>
                <a:spcPts val="0"/>
              </a:spcBef>
              <a:spcAft>
                <a:spcPts val="0"/>
              </a:spcAft>
              <a:buNone/>
              <a:defRPr>
                <a:solidFill>
                  <a:schemeClr val="dk1"/>
                </a:solidFill>
              </a:defRPr>
            </a:lvl4pPr>
            <a:lvl5pPr lvl="4" algn="ctr">
              <a:lnSpc>
                <a:spcPct val="115000"/>
              </a:lnSpc>
              <a:spcBef>
                <a:spcPts val="0"/>
              </a:spcBef>
              <a:spcAft>
                <a:spcPts val="0"/>
              </a:spcAft>
              <a:buNone/>
              <a:defRPr>
                <a:solidFill>
                  <a:schemeClr val="dk1"/>
                </a:solidFill>
              </a:defRPr>
            </a:lvl5pPr>
            <a:lvl6pPr lvl="5" algn="ctr">
              <a:lnSpc>
                <a:spcPct val="115000"/>
              </a:lnSpc>
              <a:spcBef>
                <a:spcPts val="0"/>
              </a:spcBef>
              <a:spcAft>
                <a:spcPts val="0"/>
              </a:spcAft>
              <a:buNone/>
              <a:defRPr>
                <a:solidFill>
                  <a:schemeClr val="dk1"/>
                </a:solidFill>
              </a:defRPr>
            </a:lvl6pPr>
            <a:lvl7pPr lvl="6" algn="ctr">
              <a:lnSpc>
                <a:spcPct val="115000"/>
              </a:lnSpc>
              <a:spcBef>
                <a:spcPts val="0"/>
              </a:spcBef>
              <a:spcAft>
                <a:spcPts val="0"/>
              </a:spcAft>
              <a:buNone/>
              <a:defRPr>
                <a:solidFill>
                  <a:schemeClr val="dk1"/>
                </a:solidFill>
              </a:defRPr>
            </a:lvl7pPr>
            <a:lvl8pPr lvl="7" algn="ctr">
              <a:lnSpc>
                <a:spcPct val="115000"/>
              </a:lnSpc>
              <a:spcBef>
                <a:spcPts val="0"/>
              </a:spcBef>
              <a:spcAft>
                <a:spcPts val="0"/>
              </a:spcAft>
              <a:buNone/>
              <a:defRPr>
                <a:solidFill>
                  <a:schemeClr val="dk1"/>
                </a:solidFill>
              </a:defRPr>
            </a:lvl8pPr>
            <a:lvl9pPr lvl="8" algn="ctr">
              <a:lnSpc>
                <a:spcPct val="115000"/>
              </a:lnSpc>
              <a:spcBef>
                <a:spcPts val="0"/>
              </a:spcBef>
              <a:spcAft>
                <a:spcPts val="0"/>
              </a:spcAft>
              <a:buNone/>
              <a:defRPr>
                <a:solidFill>
                  <a:schemeClr val="dk1"/>
                </a:solidFill>
              </a:defRPr>
            </a:lvl9pPr>
          </a:lstStyle>
          <a:p/>
        </p:txBody>
      </p:sp>
      <p:sp>
        <p:nvSpPr>
          <p:cNvPr id="174" name="Google Shape;174;p24"/>
          <p:cNvSpPr txBox="1"/>
          <p:nvPr>
            <p:ph idx="1" type="subTitle"/>
          </p:nvPr>
        </p:nvSpPr>
        <p:spPr>
          <a:xfrm>
            <a:off x="361975" y="255533"/>
            <a:ext cx="3860100" cy="377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Font typeface="Newsreader"/>
              <a:buNone/>
              <a:defRPr>
                <a:solidFill>
                  <a:schemeClr val="dk1"/>
                </a:solidFill>
              </a:defRPr>
            </a:lvl2pPr>
            <a:lvl3pPr lvl="2">
              <a:spcBef>
                <a:spcPts val="0"/>
              </a:spcBef>
              <a:spcAft>
                <a:spcPts val="0"/>
              </a:spcAft>
              <a:buClr>
                <a:schemeClr val="dk1"/>
              </a:buClr>
              <a:buSzPts val="1400"/>
              <a:buFont typeface="Newsreader"/>
              <a:buNone/>
              <a:defRPr>
                <a:solidFill>
                  <a:schemeClr val="dk1"/>
                </a:solidFill>
              </a:defRPr>
            </a:lvl3pPr>
            <a:lvl4pPr lvl="3">
              <a:spcBef>
                <a:spcPts val="0"/>
              </a:spcBef>
              <a:spcAft>
                <a:spcPts val="0"/>
              </a:spcAft>
              <a:buClr>
                <a:schemeClr val="dk1"/>
              </a:buClr>
              <a:buSzPts val="1400"/>
              <a:buFont typeface="Newsreader"/>
              <a:buNone/>
              <a:defRPr>
                <a:solidFill>
                  <a:schemeClr val="dk1"/>
                </a:solidFill>
              </a:defRPr>
            </a:lvl4pPr>
            <a:lvl5pPr lvl="4">
              <a:spcBef>
                <a:spcPts val="0"/>
              </a:spcBef>
              <a:spcAft>
                <a:spcPts val="0"/>
              </a:spcAft>
              <a:buClr>
                <a:schemeClr val="dk1"/>
              </a:buClr>
              <a:buSzPts val="1400"/>
              <a:buFont typeface="Newsreader"/>
              <a:buNone/>
              <a:defRPr>
                <a:solidFill>
                  <a:schemeClr val="dk1"/>
                </a:solidFill>
              </a:defRPr>
            </a:lvl5pPr>
            <a:lvl6pPr lvl="5">
              <a:spcBef>
                <a:spcPts val="0"/>
              </a:spcBef>
              <a:spcAft>
                <a:spcPts val="0"/>
              </a:spcAft>
              <a:buClr>
                <a:schemeClr val="dk1"/>
              </a:buClr>
              <a:buSzPts val="1400"/>
              <a:buFont typeface="Newsreader"/>
              <a:buNone/>
              <a:defRPr>
                <a:solidFill>
                  <a:schemeClr val="dk1"/>
                </a:solidFill>
              </a:defRPr>
            </a:lvl6pPr>
            <a:lvl7pPr lvl="6">
              <a:spcBef>
                <a:spcPts val="0"/>
              </a:spcBef>
              <a:spcAft>
                <a:spcPts val="0"/>
              </a:spcAft>
              <a:buClr>
                <a:schemeClr val="dk1"/>
              </a:buClr>
              <a:buSzPts val="1400"/>
              <a:buFont typeface="Newsreader"/>
              <a:buNone/>
              <a:defRPr>
                <a:solidFill>
                  <a:schemeClr val="dk1"/>
                </a:solidFill>
              </a:defRPr>
            </a:lvl7pPr>
            <a:lvl8pPr lvl="7">
              <a:spcBef>
                <a:spcPts val="0"/>
              </a:spcBef>
              <a:spcAft>
                <a:spcPts val="0"/>
              </a:spcAft>
              <a:buClr>
                <a:schemeClr val="dk1"/>
              </a:buClr>
              <a:buSzPts val="1400"/>
              <a:buFont typeface="Newsreader"/>
              <a:buNone/>
              <a:defRPr>
                <a:solidFill>
                  <a:schemeClr val="dk1"/>
                </a:solidFill>
              </a:defRPr>
            </a:lvl8pPr>
            <a:lvl9pPr lvl="8">
              <a:spcBef>
                <a:spcPts val="0"/>
              </a:spcBef>
              <a:spcAft>
                <a:spcPts val="0"/>
              </a:spcAft>
              <a:buClr>
                <a:schemeClr val="dk1"/>
              </a:buClr>
              <a:buSzPts val="1400"/>
              <a:buFont typeface="Newsreader"/>
              <a:buNone/>
              <a:defRPr>
                <a:solidFill>
                  <a:schemeClr val="dk1"/>
                </a:solidFill>
              </a:defRPr>
            </a:lvl9pPr>
          </a:lstStyle>
          <a:p/>
        </p:txBody>
      </p:sp>
      <p:sp>
        <p:nvSpPr>
          <p:cNvPr id="175" name="Google Shape;175;p24"/>
          <p:cNvSpPr txBox="1"/>
          <p:nvPr>
            <p:ph idx="3" type="body"/>
          </p:nvPr>
        </p:nvSpPr>
        <p:spPr>
          <a:xfrm>
            <a:off x="547575" y="3337797"/>
            <a:ext cx="3492600" cy="1327500"/>
          </a:xfrm>
          <a:prstGeom prst="rect">
            <a:avLst/>
          </a:prstGeom>
        </p:spPr>
        <p:txBody>
          <a:bodyPr anchorCtr="0" anchor="b" bIns="91425" lIns="91425" spcFirstLastPara="1" rIns="91425" wrap="square" tIns="91425">
            <a:noAutofit/>
          </a:bodyPr>
          <a:lstStyle>
            <a:lvl1pPr indent="-292100" lvl="0" marL="457200" algn="ctr">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gn="ctr">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76" name="Google Shape;176;p2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solidFill>
                  <a:schemeClr val="dk1"/>
                </a:solidFill>
                <a:latin typeface="DM Sans Light"/>
                <a:ea typeface="DM Sans Light"/>
                <a:cs typeface="DM Sans Light"/>
                <a:sym typeface="DM Sans Light"/>
              </a:defRPr>
            </a:lvl1pPr>
            <a:lvl2pPr lvl="1">
              <a:buNone/>
              <a:defRPr>
                <a:solidFill>
                  <a:schemeClr val="dk1"/>
                </a:solidFill>
                <a:latin typeface="DM Sans Light"/>
                <a:ea typeface="DM Sans Light"/>
                <a:cs typeface="DM Sans Light"/>
                <a:sym typeface="DM Sans Light"/>
              </a:defRPr>
            </a:lvl2pPr>
            <a:lvl3pPr lvl="2">
              <a:buNone/>
              <a:defRPr>
                <a:solidFill>
                  <a:schemeClr val="dk1"/>
                </a:solidFill>
                <a:latin typeface="DM Sans Light"/>
                <a:ea typeface="DM Sans Light"/>
                <a:cs typeface="DM Sans Light"/>
                <a:sym typeface="DM Sans Light"/>
              </a:defRPr>
            </a:lvl3pPr>
            <a:lvl4pPr lvl="3">
              <a:buNone/>
              <a:defRPr>
                <a:solidFill>
                  <a:schemeClr val="dk1"/>
                </a:solidFill>
                <a:latin typeface="DM Sans Light"/>
                <a:ea typeface="DM Sans Light"/>
                <a:cs typeface="DM Sans Light"/>
                <a:sym typeface="DM Sans Light"/>
              </a:defRPr>
            </a:lvl4pPr>
            <a:lvl5pPr lvl="4">
              <a:buNone/>
              <a:defRPr>
                <a:solidFill>
                  <a:schemeClr val="dk1"/>
                </a:solidFill>
                <a:latin typeface="DM Sans Light"/>
                <a:ea typeface="DM Sans Light"/>
                <a:cs typeface="DM Sans Light"/>
                <a:sym typeface="DM Sans Light"/>
              </a:defRPr>
            </a:lvl5pPr>
            <a:lvl6pPr lvl="5">
              <a:buNone/>
              <a:defRPr>
                <a:solidFill>
                  <a:schemeClr val="dk1"/>
                </a:solidFill>
                <a:latin typeface="DM Sans Light"/>
                <a:ea typeface="DM Sans Light"/>
                <a:cs typeface="DM Sans Light"/>
                <a:sym typeface="DM Sans Light"/>
              </a:defRPr>
            </a:lvl6pPr>
            <a:lvl7pPr lvl="6">
              <a:buNone/>
              <a:defRPr>
                <a:solidFill>
                  <a:schemeClr val="dk1"/>
                </a:solidFill>
                <a:latin typeface="DM Sans Light"/>
                <a:ea typeface="DM Sans Light"/>
                <a:cs typeface="DM Sans Light"/>
                <a:sym typeface="DM Sans Light"/>
              </a:defRPr>
            </a:lvl7pPr>
            <a:lvl8pPr lvl="7">
              <a:buNone/>
              <a:defRPr>
                <a:solidFill>
                  <a:schemeClr val="dk1"/>
                </a:solidFill>
                <a:latin typeface="DM Sans Light"/>
                <a:ea typeface="DM Sans Light"/>
                <a:cs typeface="DM Sans Light"/>
                <a:sym typeface="DM Sans Light"/>
              </a:defRPr>
            </a:lvl8pPr>
            <a:lvl9pPr lvl="8">
              <a:buNone/>
              <a:defRPr>
                <a:solidFill>
                  <a:schemeClr val="dk1"/>
                </a:solidFill>
                <a:latin typeface="DM Sans Light"/>
                <a:ea typeface="DM Sans Light"/>
                <a:cs typeface="DM Sans Light"/>
                <a:sym typeface="DM Sans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and Four steps">
  <p:cSld name="CUSTOM_7_1_1_1_1_1_1_1_1_1_1_1_1_1_1_1_1_1_2">
    <p:bg>
      <p:bgPr>
        <a:solidFill>
          <a:schemeClr val="lt1"/>
        </a:solidFill>
      </p:bgPr>
    </p:bg>
    <p:spTree>
      <p:nvGrpSpPr>
        <p:cNvPr id="177" name="Shape 177"/>
        <p:cNvGrpSpPr/>
        <p:nvPr/>
      </p:nvGrpSpPr>
      <p:grpSpPr>
        <a:xfrm>
          <a:off x="0" y="0"/>
          <a:ext cx="0" cy="0"/>
          <a:chOff x="0" y="0"/>
          <a:chExt cx="0" cy="0"/>
        </a:xfrm>
      </p:grpSpPr>
      <p:sp>
        <p:nvSpPr>
          <p:cNvPr id="178" name="Google Shape;178;p25"/>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79" name="Google Shape;179;p25"/>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80" name="Google Shape;180;p25"/>
          <p:cNvSpPr/>
          <p:nvPr/>
        </p:nvSpPr>
        <p:spPr>
          <a:xfrm>
            <a:off x="50" y="2785800"/>
            <a:ext cx="2294400" cy="23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81" name="Google Shape;181;p25"/>
          <p:cNvSpPr/>
          <p:nvPr/>
        </p:nvSpPr>
        <p:spPr>
          <a:xfrm>
            <a:off x="2286125" y="2068875"/>
            <a:ext cx="2294400" cy="30747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82" name="Google Shape;182;p25"/>
          <p:cNvSpPr/>
          <p:nvPr/>
        </p:nvSpPr>
        <p:spPr>
          <a:xfrm>
            <a:off x="4565475" y="1495326"/>
            <a:ext cx="2294400" cy="3648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83" name="Google Shape;183;p25"/>
          <p:cNvSpPr/>
          <p:nvPr/>
        </p:nvSpPr>
        <p:spPr>
          <a:xfrm>
            <a:off x="6849550" y="732775"/>
            <a:ext cx="2294400" cy="44106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84" name="Google Shape;184;p25"/>
          <p:cNvSpPr txBox="1"/>
          <p:nvPr/>
        </p:nvSpPr>
        <p:spPr>
          <a:xfrm>
            <a:off x="375350"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lt1"/>
                </a:solidFill>
                <a:latin typeface="Newsreader"/>
                <a:ea typeface="Newsreader"/>
                <a:cs typeface="Newsreader"/>
                <a:sym typeface="Newsreader"/>
              </a:rPr>
              <a:t>01</a:t>
            </a:r>
            <a:endParaRPr sz="3000">
              <a:solidFill>
                <a:schemeClr val="lt1"/>
              </a:solidFill>
              <a:latin typeface="Newsreader"/>
              <a:ea typeface="Newsreader"/>
              <a:cs typeface="Newsreader"/>
              <a:sym typeface="Newsreader"/>
            </a:endParaRPr>
          </a:p>
        </p:txBody>
      </p:sp>
      <p:sp>
        <p:nvSpPr>
          <p:cNvPr id="185" name="Google Shape;185;p25"/>
          <p:cNvSpPr txBox="1"/>
          <p:nvPr/>
        </p:nvSpPr>
        <p:spPr>
          <a:xfrm>
            <a:off x="2665113"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dk1"/>
                </a:solidFill>
                <a:latin typeface="Newsreader"/>
                <a:ea typeface="Newsreader"/>
                <a:cs typeface="Newsreader"/>
                <a:sym typeface="Newsreader"/>
              </a:rPr>
              <a:t>02</a:t>
            </a:r>
            <a:endParaRPr sz="3000">
              <a:solidFill>
                <a:schemeClr val="dk1"/>
              </a:solidFill>
              <a:latin typeface="Newsreader"/>
              <a:ea typeface="Newsreader"/>
              <a:cs typeface="Newsreader"/>
              <a:sym typeface="Newsreader"/>
            </a:endParaRPr>
          </a:p>
        </p:txBody>
      </p:sp>
      <p:sp>
        <p:nvSpPr>
          <p:cNvPr id="186" name="Google Shape;186;p25"/>
          <p:cNvSpPr txBox="1"/>
          <p:nvPr/>
        </p:nvSpPr>
        <p:spPr>
          <a:xfrm>
            <a:off x="4937688"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lt1"/>
                </a:solidFill>
                <a:latin typeface="Newsreader"/>
                <a:ea typeface="Newsreader"/>
                <a:cs typeface="Newsreader"/>
                <a:sym typeface="Newsreader"/>
              </a:rPr>
              <a:t>03</a:t>
            </a:r>
            <a:endParaRPr sz="3000">
              <a:solidFill>
                <a:schemeClr val="lt1"/>
              </a:solidFill>
              <a:latin typeface="Newsreader"/>
              <a:ea typeface="Newsreader"/>
              <a:cs typeface="Newsreader"/>
              <a:sym typeface="Newsreader"/>
            </a:endParaRPr>
          </a:p>
        </p:txBody>
      </p:sp>
      <p:sp>
        <p:nvSpPr>
          <p:cNvPr id="187" name="Google Shape;187;p25"/>
          <p:cNvSpPr txBox="1"/>
          <p:nvPr/>
        </p:nvSpPr>
        <p:spPr>
          <a:xfrm>
            <a:off x="7230513"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lt1"/>
                </a:solidFill>
                <a:latin typeface="Newsreader"/>
                <a:ea typeface="Newsreader"/>
                <a:cs typeface="Newsreader"/>
                <a:sym typeface="Newsreader"/>
              </a:rPr>
              <a:t>04</a:t>
            </a:r>
            <a:endParaRPr sz="3000">
              <a:solidFill>
                <a:schemeClr val="lt1"/>
              </a:solidFill>
              <a:latin typeface="Newsreader"/>
              <a:ea typeface="Newsreader"/>
              <a:cs typeface="Newsreader"/>
              <a:sym typeface="Newsreader"/>
            </a:endParaRPr>
          </a:p>
        </p:txBody>
      </p:sp>
      <p:sp>
        <p:nvSpPr>
          <p:cNvPr id="188" name="Google Shape;188;p25"/>
          <p:cNvSpPr txBox="1"/>
          <p:nvPr>
            <p:ph type="title"/>
          </p:nvPr>
        </p:nvSpPr>
        <p:spPr>
          <a:xfrm>
            <a:off x="361975" y="988782"/>
            <a:ext cx="3231600" cy="7605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2200"/>
              <a:buFont typeface="Newsreader"/>
              <a:buNone/>
              <a:defRPr sz="2200">
                <a:solidFill>
                  <a:schemeClr val="dk1"/>
                </a:solidFill>
              </a:defRPr>
            </a:lvl1pPr>
            <a:lvl2pPr lvl="1">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2pPr>
            <a:lvl3pPr lvl="2">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3pPr>
            <a:lvl4pPr lvl="3">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4pPr>
            <a:lvl5pPr lvl="4">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5pPr>
            <a:lvl6pPr lvl="5">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6pPr>
            <a:lvl7pPr lvl="6">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7pPr>
            <a:lvl8pPr lvl="7">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8pPr>
            <a:lvl9pPr lvl="8">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9pPr>
          </a:lstStyle>
          <a:p/>
        </p:txBody>
      </p:sp>
      <p:sp>
        <p:nvSpPr>
          <p:cNvPr id="189" name="Google Shape;189;p25"/>
          <p:cNvSpPr txBox="1"/>
          <p:nvPr>
            <p:ph idx="2" type="subTitle"/>
          </p:nvPr>
        </p:nvSpPr>
        <p:spPr>
          <a:xfrm>
            <a:off x="382691" y="3129231"/>
            <a:ext cx="1257300" cy="1524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0" name="Google Shape;190;p25"/>
          <p:cNvSpPr txBox="1"/>
          <p:nvPr>
            <p:ph idx="3" type="subTitle"/>
          </p:nvPr>
        </p:nvSpPr>
        <p:spPr>
          <a:xfrm>
            <a:off x="377048" y="3344302"/>
            <a:ext cx="1689600" cy="9690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
        <p:nvSpPr>
          <p:cNvPr id="191" name="Google Shape;191;p25"/>
          <p:cNvSpPr txBox="1"/>
          <p:nvPr>
            <p:ph idx="4" type="subTitle"/>
          </p:nvPr>
        </p:nvSpPr>
        <p:spPr>
          <a:xfrm>
            <a:off x="2671462" y="2450249"/>
            <a:ext cx="12573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92" name="Google Shape;192;p25"/>
          <p:cNvSpPr txBox="1"/>
          <p:nvPr>
            <p:ph idx="5" type="subTitle"/>
          </p:nvPr>
        </p:nvSpPr>
        <p:spPr>
          <a:xfrm>
            <a:off x="2665825" y="2665171"/>
            <a:ext cx="1689600" cy="1423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93" name="Google Shape;193;p25"/>
          <p:cNvSpPr txBox="1"/>
          <p:nvPr>
            <p:ph idx="6" type="subTitle"/>
          </p:nvPr>
        </p:nvSpPr>
        <p:spPr>
          <a:xfrm>
            <a:off x="4943337" y="1884672"/>
            <a:ext cx="1257300" cy="1524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4" name="Google Shape;194;p25"/>
          <p:cNvSpPr txBox="1"/>
          <p:nvPr>
            <p:ph idx="7" type="subTitle"/>
          </p:nvPr>
        </p:nvSpPr>
        <p:spPr>
          <a:xfrm>
            <a:off x="4937700" y="2099593"/>
            <a:ext cx="1689600" cy="16206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
        <p:nvSpPr>
          <p:cNvPr id="195" name="Google Shape;195;p25"/>
          <p:cNvSpPr txBox="1"/>
          <p:nvPr>
            <p:ph idx="8" type="subTitle"/>
          </p:nvPr>
        </p:nvSpPr>
        <p:spPr>
          <a:xfrm>
            <a:off x="7238787" y="1057472"/>
            <a:ext cx="1257300" cy="1524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6" name="Google Shape;196;p25"/>
          <p:cNvSpPr txBox="1"/>
          <p:nvPr>
            <p:ph idx="9" type="subTitle"/>
          </p:nvPr>
        </p:nvSpPr>
        <p:spPr>
          <a:xfrm>
            <a:off x="7233150" y="1272358"/>
            <a:ext cx="1689600" cy="21960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Light">
  <p:cSld name="CUSTOM_7_1_1_1_1_1_1_1_1_1_1_1_1_1_1_1_1_1_1_1">
    <p:spTree>
      <p:nvGrpSpPr>
        <p:cNvPr id="197" name="Shape 197"/>
        <p:cNvGrpSpPr/>
        <p:nvPr/>
      </p:nvGrpSpPr>
      <p:grpSpPr>
        <a:xfrm>
          <a:off x="0" y="0"/>
          <a:ext cx="0" cy="0"/>
          <a:chOff x="0" y="0"/>
          <a:chExt cx="0" cy="0"/>
        </a:xfrm>
      </p:grpSpPr>
      <p:sp>
        <p:nvSpPr>
          <p:cNvPr id="198" name="Google Shape;198;p26"/>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99" name="Google Shape;199;p26"/>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0" name="Google Shape;200;p26"/>
          <p:cNvSpPr txBox="1"/>
          <p:nvPr>
            <p:ph type="title"/>
          </p:nvPr>
        </p:nvSpPr>
        <p:spPr>
          <a:xfrm>
            <a:off x="1453650" y="1325938"/>
            <a:ext cx="6236700" cy="2011800"/>
          </a:xfrm>
          <a:prstGeom prst="rect">
            <a:avLst/>
          </a:prstGeom>
        </p:spPr>
        <p:txBody>
          <a:bodyPr anchorCtr="0" anchor="t" bIns="0" lIns="0" spcFirstLastPara="1" rIns="0" wrap="square" tIns="0">
            <a:noAutofit/>
          </a:bodyPr>
          <a:lstStyle>
            <a:lvl1pPr lvl="0">
              <a:spcBef>
                <a:spcPts val="0"/>
              </a:spcBef>
              <a:spcAft>
                <a:spcPts val="0"/>
              </a:spcAft>
              <a:buNone/>
              <a:defRPr sz="2500"/>
            </a:lvl1pPr>
            <a:lvl2pPr lvl="1">
              <a:spcBef>
                <a:spcPts val="0"/>
              </a:spcBef>
              <a:spcAft>
                <a:spcPts val="0"/>
              </a:spcAft>
              <a:buNone/>
              <a:defRPr sz="2500"/>
            </a:lvl2pPr>
            <a:lvl3pPr lvl="2">
              <a:spcBef>
                <a:spcPts val="0"/>
              </a:spcBef>
              <a:spcAft>
                <a:spcPts val="0"/>
              </a:spcAft>
              <a:buNone/>
              <a:defRPr sz="2500"/>
            </a:lvl3pPr>
            <a:lvl4pPr lvl="3">
              <a:spcBef>
                <a:spcPts val="0"/>
              </a:spcBef>
              <a:spcAft>
                <a:spcPts val="0"/>
              </a:spcAft>
              <a:buNone/>
              <a:defRPr sz="2500"/>
            </a:lvl4pPr>
            <a:lvl5pPr lvl="4">
              <a:spcBef>
                <a:spcPts val="0"/>
              </a:spcBef>
              <a:spcAft>
                <a:spcPts val="0"/>
              </a:spcAft>
              <a:buNone/>
              <a:defRPr sz="2500"/>
            </a:lvl5pPr>
            <a:lvl6pPr lvl="5">
              <a:spcBef>
                <a:spcPts val="0"/>
              </a:spcBef>
              <a:spcAft>
                <a:spcPts val="0"/>
              </a:spcAft>
              <a:buNone/>
              <a:defRPr sz="2500"/>
            </a:lvl6pPr>
            <a:lvl7pPr lvl="6">
              <a:spcBef>
                <a:spcPts val="0"/>
              </a:spcBef>
              <a:spcAft>
                <a:spcPts val="0"/>
              </a:spcAft>
              <a:buNone/>
              <a:defRPr sz="2500"/>
            </a:lvl7pPr>
            <a:lvl8pPr lvl="7">
              <a:spcBef>
                <a:spcPts val="0"/>
              </a:spcBef>
              <a:spcAft>
                <a:spcPts val="0"/>
              </a:spcAft>
              <a:buNone/>
              <a:defRPr sz="2500"/>
            </a:lvl8pPr>
            <a:lvl9pPr lvl="8">
              <a:spcBef>
                <a:spcPts val="0"/>
              </a:spcBef>
              <a:spcAft>
                <a:spcPts val="0"/>
              </a:spcAft>
              <a:buNone/>
              <a:defRPr sz="2500"/>
            </a:lvl9pPr>
          </a:lstStyle>
          <a:p/>
        </p:txBody>
      </p:sp>
      <p:sp>
        <p:nvSpPr>
          <p:cNvPr id="201" name="Google Shape;201;p26"/>
          <p:cNvSpPr/>
          <p:nvPr>
            <p:ph idx="2" type="pic"/>
          </p:nvPr>
        </p:nvSpPr>
        <p:spPr>
          <a:xfrm>
            <a:off x="1442350" y="3492500"/>
            <a:ext cx="408900" cy="408900"/>
          </a:xfrm>
          <a:prstGeom prst="ellipse">
            <a:avLst/>
          </a:prstGeom>
          <a:noFill/>
          <a:ln>
            <a:noFill/>
          </a:ln>
        </p:spPr>
      </p:sp>
      <p:sp>
        <p:nvSpPr>
          <p:cNvPr id="202" name="Google Shape;202;p26"/>
          <p:cNvSpPr txBox="1"/>
          <p:nvPr>
            <p:ph idx="3" type="subTitle"/>
          </p:nvPr>
        </p:nvSpPr>
        <p:spPr>
          <a:xfrm>
            <a:off x="1957375" y="3536000"/>
            <a:ext cx="2661600" cy="187800"/>
          </a:xfrm>
          <a:prstGeom prst="rect">
            <a:avLst/>
          </a:prstGeom>
        </p:spPr>
        <p:txBody>
          <a:bodyPr anchorCtr="0" anchor="ctr"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000"/>
              <a:buFont typeface="DM Sans SemiBold"/>
              <a:buNone/>
              <a:defRPr sz="1000">
                <a:latin typeface="DM Sans SemiBold"/>
                <a:ea typeface="DM Sans SemiBold"/>
                <a:cs typeface="DM Sans SemiBold"/>
                <a:sym typeface="DM Sans SemiBold"/>
              </a:defRPr>
            </a:lvl2pPr>
            <a:lvl3pPr lvl="2">
              <a:spcBef>
                <a:spcPts val="0"/>
              </a:spcBef>
              <a:spcAft>
                <a:spcPts val="0"/>
              </a:spcAft>
              <a:buSzPts val="1000"/>
              <a:buFont typeface="DM Sans SemiBold"/>
              <a:buNone/>
              <a:defRPr sz="1000">
                <a:latin typeface="DM Sans SemiBold"/>
                <a:ea typeface="DM Sans SemiBold"/>
                <a:cs typeface="DM Sans SemiBold"/>
                <a:sym typeface="DM Sans SemiBold"/>
              </a:defRPr>
            </a:lvl3pPr>
            <a:lvl4pPr lvl="3">
              <a:spcBef>
                <a:spcPts val="0"/>
              </a:spcBef>
              <a:spcAft>
                <a:spcPts val="0"/>
              </a:spcAft>
              <a:buSzPts val="1000"/>
              <a:buFont typeface="DM Sans SemiBold"/>
              <a:buNone/>
              <a:defRPr sz="1000">
                <a:latin typeface="DM Sans SemiBold"/>
                <a:ea typeface="DM Sans SemiBold"/>
                <a:cs typeface="DM Sans SemiBold"/>
                <a:sym typeface="DM Sans SemiBold"/>
              </a:defRPr>
            </a:lvl4pPr>
            <a:lvl5pPr lvl="4">
              <a:spcBef>
                <a:spcPts val="0"/>
              </a:spcBef>
              <a:spcAft>
                <a:spcPts val="0"/>
              </a:spcAft>
              <a:buSzPts val="1000"/>
              <a:buFont typeface="DM Sans SemiBold"/>
              <a:buNone/>
              <a:defRPr sz="1000">
                <a:latin typeface="DM Sans SemiBold"/>
                <a:ea typeface="DM Sans SemiBold"/>
                <a:cs typeface="DM Sans SemiBold"/>
                <a:sym typeface="DM Sans SemiBold"/>
              </a:defRPr>
            </a:lvl5pPr>
            <a:lvl6pPr lvl="5">
              <a:spcBef>
                <a:spcPts val="0"/>
              </a:spcBef>
              <a:spcAft>
                <a:spcPts val="0"/>
              </a:spcAft>
              <a:buSzPts val="1000"/>
              <a:buFont typeface="DM Sans SemiBold"/>
              <a:buNone/>
              <a:defRPr sz="1000">
                <a:latin typeface="DM Sans SemiBold"/>
                <a:ea typeface="DM Sans SemiBold"/>
                <a:cs typeface="DM Sans SemiBold"/>
                <a:sym typeface="DM Sans SemiBold"/>
              </a:defRPr>
            </a:lvl6pPr>
            <a:lvl7pPr lvl="6">
              <a:spcBef>
                <a:spcPts val="0"/>
              </a:spcBef>
              <a:spcAft>
                <a:spcPts val="0"/>
              </a:spcAft>
              <a:buSzPts val="1000"/>
              <a:buFont typeface="DM Sans SemiBold"/>
              <a:buNone/>
              <a:defRPr sz="1000">
                <a:latin typeface="DM Sans SemiBold"/>
                <a:ea typeface="DM Sans SemiBold"/>
                <a:cs typeface="DM Sans SemiBold"/>
                <a:sym typeface="DM Sans SemiBold"/>
              </a:defRPr>
            </a:lvl7pPr>
            <a:lvl8pPr lvl="7">
              <a:spcBef>
                <a:spcPts val="0"/>
              </a:spcBef>
              <a:spcAft>
                <a:spcPts val="0"/>
              </a:spcAft>
              <a:buSzPts val="1000"/>
              <a:buFont typeface="DM Sans SemiBold"/>
              <a:buNone/>
              <a:defRPr sz="1000">
                <a:latin typeface="DM Sans SemiBold"/>
                <a:ea typeface="DM Sans SemiBold"/>
                <a:cs typeface="DM Sans SemiBold"/>
                <a:sym typeface="DM Sans SemiBold"/>
              </a:defRPr>
            </a:lvl8pPr>
            <a:lvl9pPr lvl="8">
              <a:spcBef>
                <a:spcPts val="0"/>
              </a:spcBef>
              <a:spcAft>
                <a:spcPts val="0"/>
              </a:spcAft>
              <a:buSzPts val="1000"/>
              <a:buFont typeface="DM Sans SemiBold"/>
              <a:buNone/>
              <a:defRPr sz="1000">
                <a:latin typeface="DM Sans SemiBold"/>
                <a:ea typeface="DM Sans SemiBold"/>
                <a:cs typeface="DM Sans SemiBold"/>
                <a:sym typeface="DM Sans SemiBold"/>
              </a:defRPr>
            </a:lvl9pPr>
          </a:lstStyle>
          <a:p/>
        </p:txBody>
      </p:sp>
      <p:sp>
        <p:nvSpPr>
          <p:cNvPr id="203" name="Google Shape;203;p26"/>
          <p:cNvSpPr txBox="1"/>
          <p:nvPr>
            <p:ph idx="4" type="subTitle"/>
          </p:nvPr>
        </p:nvSpPr>
        <p:spPr>
          <a:xfrm>
            <a:off x="1957375" y="3678443"/>
            <a:ext cx="2661600" cy="187800"/>
          </a:xfrm>
          <a:prstGeom prst="rect">
            <a:avLst/>
          </a:prstGeom>
        </p:spPr>
        <p:txBody>
          <a:bodyPr anchorCtr="0" anchor="ctr"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Dark">
  <p:cSld name="CUSTOM_7_1_1_1_1_1_1_1_1_1_1_1_1_1_1_1_1_1_1_1_1">
    <p:bg>
      <p:bgPr>
        <a:solidFill>
          <a:schemeClr val="lt1"/>
        </a:solidFill>
      </p:bgPr>
    </p:bg>
    <p:spTree>
      <p:nvGrpSpPr>
        <p:cNvPr id="204" name="Shape 204"/>
        <p:cNvGrpSpPr/>
        <p:nvPr/>
      </p:nvGrpSpPr>
      <p:grpSpPr>
        <a:xfrm>
          <a:off x="0" y="0"/>
          <a:ext cx="0" cy="0"/>
          <a:chOff x="0" y="0"/>
          <a:chExt cx="0" cy="0"/>
        </a:xfrm>
      </p:grpSpPr>
      <p:sp>
        <p:nvSpPr>
          <p:cNvPr id="205" name="Google Shape;205;p27"/>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06" name="Google Shape;206;p27"/>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07" name="Google Shape;207;p27"/>
          <p:cNvSpPr txBox="1"/>
          <p:nvPr>
            <p:ph type="title"/>
          </p:nvPr>
        </p:nvSpPr>
        <p:spPr>
          <a:xfrm>
            <a:off x="1453650" y="1325938"/>
            <a:ext cx="6236700" cy="2011800"/>
          </a:xfrm>
          <a:prstGeom prst="rect">
            <a:avLst/>
          </a:prstGeom>
        </p:spPr>
        <p:txBody>
          <a:bodyPr anchorCtr="0" anchor="t" bIns="0" lIns="0" spcFirstLastPara="1" rIns="0" wrap="square" tIns="0">
            <a:noAutofit/>
          </a:bodyPr>
          <a:lstStyle>
            <a:lvl1pPr lvl="0">
              <a:spcBef>
                <a:spcPts val="0"/>
              </a:spcBef>
              <a:spcAft>
                <a:spcPts val="0"/>
              </a:spcAft>
              <a:buNone/>
              <a:defRPr sz="2500">
                <a:solidFill>
                  <a:schemeClr val="dk1"/>
                </a:solidFill>
              </a:defRPr>
            </a:lvl1pPr>
            <a:lvl2pPr lvl="1">
              <a:spcBef>
                <a:spcPts val="0"/>
              </a:spcBef>
              <a:spcAft>
                <a:spcPts val="0"/>
              </a:spcAft>
              <a:buNone/>
              <a:defRPr sz="2500">
                <a:solidFill>
                  <a:schemeClr val="dk1"/>
                </a:solidFill>
              </a:defRPr>
            </a:lvl2pPr>
            <a:lvl3pPr lvl="2">
              <a:spcBef>
                <a:spcPts val="0"/>
              </a:spcBef>
              <a:spcAft>
                <a:spcPts val="0"/>
              </a:spcAft>
              <a:buNone/>
              <a:defRPr sz="2500">
                <a:solidFill>
                  <a:schemeClr val="dk1"/>
                </a:solidFill>
              </a:defRPr>
            </a:lvl3pPr>
            <a:lvl4pPr lvl="3">
              <a:spcBef>
                <a:spcPts val="0"/>
              </a:spcBef>
              <a:spcAft>
                <a:spcPts val="0"/>
              </a:spcAft>
              <a:buNone/>
              <a:defRPr sz="2500">
                <a:solidFill>
                  <a:schemeClr val="dk1"/>
                </a:solidFill>
              </a:defRPr>
            </a:lvl4pPr>
            <a:lvl5pPr lvl="4">
              <a:spcBef>
                <a:spcPts val="0"/>
              </a:spcBef>
              <a:spcAft>
                <a:spcPts val="0"/>
              </a:spcAft>
              <a:buNone/>
              <a:defRPr sz="2500">
                <a:solidFill>
                  <a:schemeClr val="dk1"/>
                </a:solidFill>
              </a:defRPr>
            </a:lvl5pPr>
            <a:lvl6pPr lvl="5">
              <a:spcBef>
                <a:spcPts val="0"/>
              </a:spcBef>
              <a:spcAft>
                <a:spcPts val="0"/>
              </a:spcAft>
              <a:buNone/>
              <a:defRPr sz="2500">
                <a:solidFill>
                  <a:schemeClr val="dk1"/>
                </a:solidFill>
              </a:defRPr>
            </a:lvl6pPr>
            <a:lvl7pPr lvl="6">
              <a:spcBef>
                <a:spcPts val="0"/>
              </a:spcBef>
              <a:spcAft>
                <a:spcPts val="0"/>
              </a:spcAft>
              <a:buNone/>
              <a:defRPr sz="2500">
                <a:solidFill>
                  <a:schemeClr val="dk1"/>
                </a:solidFill>
              </a:defRPr>
            </a:lvl7pPr>
            <a:lvl8pPr lvl="7">
              <a:spcBef>
                <a:spcPts val="0"/>
              </a:spcBef>
              <a:spcAft>
                <a:spcPts val="0"/>
              </a:spcAft>
              <a:buNone/>
              <a:defRPr sz="2500">
                <a:solidFill>
                  <a:schemeClr val="dk1"/>
                </a:solidFill>
              </a:defRPr>
            </a:lvl8pPr>
            <a:lvl9pPr lvl="8">
              <a:spcBef>
                <a:spcPts val="0"/>
              </a:spcBef>
              <a:spcAft>
                <a:spcPts val="0"/>
              </a:spcAft>
              <a:buNone/>
              <a:defRPr sz="2500">
                <a:solidFill>
                  <a:schemeClr val="dk1"/>
                </a:solidFill>
              </a:defRPr>
            </a:lvl9pPr>
          </a:lstStyle>
          <a:p/>
        </p:txBody>
      </p:sp>
      <p:sp>
        <p:nvSpPr>
          <p:cNvPr id="208" name="Google Shape;208;p27"/>
          <p:cNvSpPr/>
          <p:nvPr>
            <p:ph idx="2" type="pic"/>
          </p:nvPr>
        </p:nvSpPr>
        <p:spPr>
          <a:xfrm>
            <a:off x="1442350" y="3492500"/>
            <a:ext cx="408900" cy="408900"/>
          </a:xfrm>
          <a:prstGeom prst="ellipse">
            <a:avLst/>
          </a:prstGeom>
          <a:noFill/>
          <a:ln>
            <a:noFill/>
          </a:ln>
        </p:spPr>
      </p:sp>
      <p:sp>
        <p:nvSpPr>
          <p:cNvPr id="209" name="Google Shape;209;p27"/>
          <p:cNvSpPr txBox="1"/>
          <p:nvPr>
            <p:ph idx="3" type="subTitle"/>
          </p:nvPr>
        </p:nvSpPr>
        <p:spPr>
          <a:xfrm>
            <a:off x="1957375" y="3536000"/>
            <a:ext cx="2661600" cy="1878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1pPr>
            <a:lvl2pPr lvl="1">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2pPr>
            <a:lvl3pPr lvl="2">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3pPr>
            <a:lvl4pPr lvl="3">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4pPr>
            <a:lvl5pPr lvl="4">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5pPr>
            <a:lvl6pPr lvl="5">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6pPr>
            <a:lvl7pPr lvl="6">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7pPr>
            <a:lvl8pPr lvl="7">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8pPr>
            <a:lvl9pPr lvl="8">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9pPr>
          </a:lstStyle>
          <a:p/>
        </p:txBody>
      </p:sp>
      <p:sp>
        <p:nvSpPr>
          <p:cNvPr id="210" name="Google Shape;210;p27"/>
          <p:cNvSpPr txBox="1"/>
          <p:nvPr>
            <p:ph idx="4" type="subTitle"/>
          </p:nvPr>
        </p:nvSpPr>
        <p:spPr>
          <a:xfrm>
            <a:off x="1957375" y="3678443"/>
            <a:ext cx="2661600" cy="1878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modules">
  <p:cSld name="CUSTOM">
    <p:bg>
      <p:bgPr>
        <a:solidFill>
          <a:schemeClr val="lt1"/>
        </a:solidFill>
      </p:bgPr>
    </p:bg>
    <p:spTree>
      <p:nvGrpSpPr>
        <p:cNvPr id="211" name="Shape 211"/>
        <p:cNvGrpSpPr/>
        <p:nvPr/>
      </p:nvGrpSpPr>
      <p:grpSpPr>
        <a:xfrm>
          <a:off x="0" y="0"/>
          <a:ext cx="0" cy="0"/>
          <a:chOff x="0" y="0"/>
          <a:chExt cx="0" cy="0"/>
        </a:xfrm>
      </p:grpSpPr>
      <p:sp>
        <p:nvSpPr>
          <p:cNvPr id="212" name="Google Shape;212;p28"/>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13" name="Google Shape;213;p28"/>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214" name="Google Shape;214;p28"/>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15" name="Google Shape;215;p28"/>
          <p:cNvSpPr txBox="1"/>
          <p:nvPr>
            <p:ph idx="3" type="body"/>
          </p:nvPr>
        </p:nvSpPr>
        <p:spPr>
          <a:xfrm>
            <a:off x="361975" y="3256513"/>
            <a:ext cx="3860100" cy="1327500"/>
          </a:xfrm>
          <a:prstGeom prst="rect">
            <a:avLst/>
          </a:prstGeom>
        </p:spPr>
        <p:txBody>
          <a:bodyPr anchorCtr="0" anchor="b" bIns="0" lIns="0" spcFirstLastPara="1" rIns="0" wrap="square" tIns="0">
            <a:noAutofit/>
          </a:bodyPr>
          <a:lstStyle>
            <a:lvl1pPr indent="-292100" lvl="0" marL="457200">
              <a:lnSpc>
                <a:spcPct val="100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nSpc>
                <a:spcPct val="100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216" name="Google Shape;216;p28"/>
          <p:cNvSpPr txBox="1"/>
          <p:nvPr>
            <p:ph idx="4" type="title"/>
          </p:nvPr>
        </p:nvSpPr>
        <p:spPr>
          <a:xfrm>
            <a:off x="4800825" y="258072"/>
            <a:ext cx="1762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4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217" name="Google Shape;217;p28"/>
          <p:cNvSpPr txBox="1"/>
          <p:nvPr>
            <p:ph idx="5" type="title"/>
          </p:nvPr>
        </p:nvSpPr>
        <p:spPr>
          <a:xfrm>
            <a:off x="7094925" y="258072"/>
            <a:ext cx="1762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4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218" name="Google Shape;218;p28"/>
          <p:cNvSpPr txBox="1"/>
          <p:nvPr>
            <p:ph idx="6" type="title"/>
          </p:nvPr>
        </p:nvSpPr>
        <p:spPr>
          <a:xfrm>
            <a:off x="4800825" y="1698225"/>
            <a:ext cx="1762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4200"/>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219" name="Google Shape;219;p28"/>
          <p:cNvSpPr txBox="1"/>
          <p:nvPr>
            <p:ph idx="7" type="body"/>
          </p:nvPr>
        </p:nvSpPr>
        <p:spPr>
          <a:xfrm>
            <a:off x="4800825" y="4122308"/>
            <a:ext cx="39759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220" name="Google Shape;220;p28"/>
          <p:cNvSpPr txBox="1"/>
          <p:nvPr>
            <p:ph idx="8" type="title"/>
          </p:nvPr>
        </p:nvSpPr>
        <p:spPr>
          <a:xfrm>
            <a:off x="4800825" y="3215225"/>
            <a:ext cx="3975900" cy="798900"/>
          </a:xfrm>
          <a:prstGeom prst="rect">
            <a:avLst/>
          </a:prstGeom>
        </p:spPr>
        <p:txBody>
          <a:bodyPr anchorCtr="0" anchor="t" bIns="0" lIns="0" spcFirstLastPara="1" rIns="0" wrap="square" tIns="0">
            <a:noAutofit/>
          </a:bodyPr>
          <a:lstStyle>
            <a:lvl1pPr lvl="0">
              <a:spcBef>
                <a:spcPts val="0"/>
              </a:spcBef>
              <a:spcAft>
                <a:spcPts val="0"/>
              </a:spcAft>
              <a:buNone/>
              <a:defRPr sz="6200"/>
            </a:lvl1pPr>
            <a:lvl2pPr lvl="1">
              <a:spcBef>
                <a:spcPts val="0"/>
              </a:spcBef>
              <a:spcAft>
                <a:spcPts val="0"/>
              </a:spcAft>
              <a:buNone/>
              <a:defRPr sz="2200">
                <a:solidFill>
                  <a:schemeClr val="dk1"/>
                </a:solidFill>
              </a:defRPr>
            </a:lvl2pPr>
            <a:lvl3pPr lvl="2">
              <a:spcBef>
                <a:spcPts val="0"/>
              </a:spcBef>
              <a:spcAft>
                <a:spcPts val="0"/>
              </a:spcAft>
              <a:buNone/>
              <a:defRPr sz="2200">
                <a:solidFill>
                  <a:schemeClr val="dk1"/>
                </a:solidFill>
              </a:defRPr>
            </a:lvl3pPr>
            <a:lvl4pPr lvl="3">
              <a:spcBef>
                <a:spcPts val="0"/>
              </a:spcBef>
              <a:spcAft>
                <a:spcPts val="0"/>
              </a:spcAft>
              <a:buNone/>
              <a:defRPr sz="2200">
                <a:solidFill>
                  <a:schemeClr val="dk1"/>
                </a:solidFill>
              </a:defRPr>
            </a:lvl4pPr>
            <a:lvl5pPr lvl="4">
              <a:spcBef>
                <a:spcPts val="0"/>
              </a:spcBef>
              <a:spcAft>
                <a:spcPts val="0"/>
              </a:spcAft>
              <a:buNone/>
              <a:defRPr sz="2200">
                <a:solidFill>
                  <a:schemeClr val="dk1"/>
                </a:solidFill>
              </a:defRPr>
            </a:lvl5pPr>
            <a:lvl6pPr lvl="5">
              <a:spcBef>
                <a:spcPts val="0"/>
              </a:spcBef>
              <a:spcAft>
                <a:spcPts val="0"/>
              </a:spcAft>
              <a:buNone/>
              <a:defRPr sz="2200">
                <a:solidFill>
                  <a:schemeClr val="dk1"/>
                </a:solidFill>
              </a:defRPr>
            </a:lvl6pPr>
            <a:lvl7pPr lvl="6">
              <a:spcBef>
                <a:spcPts val="0"/>
              </a:spcBef>
              <a:spcAft>
                <a:spcPts val="0"/>
              </a:spcAft>
              <a:buNone/>
              <a:defRPr sz="2200">
                <a:solidFill>
                  <a:schemeClr val="dk1"/>
                </a:solidFill>
              </a:defRPr>
            </a:lvl7pPr>
            <a:lvl8pPr lvl="7">
              <a:spcBef>
                <a:spcPts val="0"/>
              </a:spcBef>
              <a:spcAft>
                <a:spcPts val="0"/>
              </a:spcAft>
              <a:buNone/>
              <a:defRPr sz="2200">
                <a:solidFill>
                  <a:schemeClr val="dk1"/>
                </a:solidFill>
              </a:defRPr>
            </a:lvl8pPr>
            <a:lvl9pPr lvl="8">
              <a:spcBef>
                <a:spcPts val="0"/>
              </a:spcBef>
              <a:spcAft>
                <a:spcPts val="0"/>
              </a:spcAft>
              <a:buNone/>
              <a:defRPr sz="2200">
                <a:solidFill>
                  <a:schemeClr val="dk1"/>
                </a:solidFill>
              </a:defRPr>
            </a:lvl9pPr>
          </a:lstStyle>
          <a:p/>
        </p:txBody>
      </p:sp>
      <p:sp>
        <p:nvSpPr>
          <p:cNvPr id="221" name="Google Shape;221;p28"/>
          <p:cNvSpPr txBox="1"/>
          <p:nvPr>
            <p:ph idx="9" type="body"/>
          </p:nvPr>
        </p:nvSpPr>
        <p:spPr>
          <a:xfrm>
            <a:off x="4800825" y="2268700"/>
            <a:ext cx="17622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222" name="Google Shape;222;p28"/>
          <p:cNvSpPr txBox="1"/>
          <p:nvPr>
            <p:ph idx="13" type="body"/>
          </p:nvPr>
        </p:nvSpPr>
        <p:spPr>
          <a:xfrm>
            <a:off x="7115650" y="2268700"/>
            <a:ext cx="17622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223" name="Google Shape;223;p28"/>
          <p:cNvSpPr txBox="1"/>
          <p:nvPr>
            <p:ph idx="14" type="body"/>
          </p:nvPr>
        </p:nvSpPr>
        <p:spPr>
          <a:xfrm>
            <a:off x="4800825" y="860100"/>
            <a:ext cx="17622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224" name="Google Shape;224;p2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modules">
  <p:cSld name="CUSTOM_1">
    <p:bg>
      <p:bgPr>
        <a:solidFill>
          <a:schemeClr val="lt1"/>
        </a:solidFill>
      </p:bgPr>
    </p:bg>
    <p:spTree>
      <p:nvGrpSpPr>
        <p:cNvPr id="225" name="Shape 225"/>
        <p:cNvGrpSpPr/>
        <p:nvPr/>
      </p:nvGrpSpPr>
      <p:grpSpPr>
        <a:xfrm>
          <a:off x="0" y="0"/>
          <a:ext cx="0" cy="0"/>
          <a:chOff x="0" y="0"/>
          <a:chExt cx="0" cy="0"/>
        </a:xfrm>
      </p:grpSpPr>
      <p:sp>
        <p:nvSpPr>
          <p:cNvPr id="226" name="Google Shape;226;p29"/>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27" name="Google Shape;227;p29"/>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228" name="Google Shape;228;p29"/>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29" name="Google Shape;229;p29"/>
          <p:cNvSpPr txBox="1"/>
          <p:nvPr>
            <p:ph idx="3" type="body"/>
          </p:nvPr>
        </p:nvSpPr>
        <p:spPr>
          <a:xfrm>
            <a:off x="4800825" y="3665600"/>
            <a:ext cx="3975900" cy="1114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230" name="Google Shape;230;p29"/>
          <p:cNvSpPr txBox="1"/>
          <p:nvPr>
            <p:ph idx="4" type="subTitle"/>
          </p:nvPr>
        </p:nvSpPr>
        <p:spPr>
          <a:xfrm>
            <a:off x="4800825" y="3285232"/>
            <a:ext cx="3975900" cy="1878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200"/>
              <a:buNone/>
              <a:defRPr sz="1200">
                <a:solidFill>
                  <a:schemeClr val="dk1"/>
                </a:solidFill>
              </a:defRPr>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p:txBody>
      </p:sp>
      <p:sp>
        <p:nvSpPr>
          <p:cNvPr id="231" name="Google Shape;231;p29"/>
          <p:cNvSpPr txBox="1"/>
          <p:nvPr>
            <p:ph idx="5" type="body"/>
          </p:nvPr>
        </p:nvSpPr>
        <p:spPr>
          <a:xfrm>
            <a:off x="2611802" y="3665600"/>
            <a:ext cx="1627500" cy="11142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Font typeface="DM Sans"/>
              <a:buChar char="●"/>
              <a:defRPr sz="1000"/>
            </a:lvl1pPr>
            <a:lvl2pPr indent="-292100" lvl="1" marL="914400">
              <a:lnSpc>
                <a:spcPct val="100000"/>
              </a:lnSpc>
              <a:spcBef>
                <a:spcPts val="800"/>
              </a:spcBef>
              <a:spcAft>
                <a:spcPts val="0"/>
              </a:spcAft>
              <a:buSzPts val="1000"/>
              <a:buFont typeface="DM Sans"/>
              <a:buChar char="○"/>
              <a:defRPr sz="1000"/>
            </a:lvl2pPr>
            <a:lvl3pPr indent="-292100" lvl="2" marL="1371600">
              <a:lnSpc>
                <a:spcPct val="100000"/>
              </a:lnSpc>
              <a:spcBef>
                <a:spcPts val="800"/>
              </a:spcBef>
              <a:spcAft>
                <a:spcPts val="0"/>
              </a:spcAft>
              <a:buSzPts val="1000"/>
              <a:buFont typeface="DM Sans"/>
              <a:buChar char="■"/>
              <a:defRPr sz="1000"/>
            </a:lvl3pPr>
            <a:lvl4pPr indent="-292100" lvl="3" marL="1828800">
              <a:lnSpc>
                <a:spcPct val="100000"/>
              </a:lnSpc>
              <a:spcBef>
                <a:spcPts val="800"/>
              </a:spcBef>
              <a:spcAft>
                <a:spcPts val="0"/>
              </a:spcAft>
              <a:buSzPts val="1000"/>
              <a:buFont typeface="DM Sans"/>
              <a:buChar char="●"/>
              <a:defRPr sz="1000"/>
            </a:lvl4pPr>
            <a:lvl5pPr indent="-292100" lvl="4" marL="2286000">
              <a:lnSpc>
                <a:spcPct val="100000"/>
              </a:lnSpc>
              <a:spcBef>
                <a:spcPts val="800"/>
              </a:spcBef>
              <a:spcAft>
                <a:spcPts val="0"/>
              </a:spcAft>
              <a:buSzPts val="1000"/>
              <a:buFont typeface="DM Sans"/>
              <a:buChar char="○"/>
              <a:defRPr sz="1000"/>
            </a:lvl5pPr>
            <a:lvl6pPr indent="-292100" lvl="5" marL="2743200">
              <a:lnSpc>
                <a:spcPct val="100000"/>
              </a:lnSpc>
              <a:spcBef>
                <a:spcPts val="800"/>
              </a:spcBef>
              <a:spcAft>
                <a:spcPts val="0"/>
              </a:spcAft>
              <a:buSzPts val="1000"/>
              <a:buFont typeface="DM Sans"/>
              <a:buChar char="■"/>
              <a:defRPr sz="1000"/>
            </a:lvl6pPr>
            <a:lvl7pPr indent="-292100" lvl="6" marL="3200400">
              <a:lnSpc>
                <a:spcPct val="100000"/>
              </a:lnSpc>
              <a:spcBef>
                <a:spcPts val="800"/>
              </a:spcBef>
              <a:spcAft>
                <a:spcPts val="0"/>
              </a:spcAft>
              <a:buSzPts val="1000"/>
              <a:buFont typeface="DM Sans"/>
              <a:buChar char="●"/>
              <a:defRPr sz="1000"/>
            </a:lvl7pPr>
            <a:lvl8pPr indent="-292100" lvl="7" marL="3657600">
              <a:lnSpc>
                <a:spcPct val="100000"/>
              </a:lnSpc>
              <a:spcBef>
                <a:spcPts val="800"/>
              </a:spcBef>
              <a:spcAft>
                <a:spcPts val="0"/>
              </a:spcAft>
              <a:buSzPts val="1000"/>
              <a:buFont typeface="DM Sans"/>
              <a:buChar char="○"/>
              <a:defRPr sz="1000"/>
            </a:lvl8pPr>
            <a:lvl9pPr indent="-292100" lvl="8" marL="4114800">
              <a:lnSpc>
                <a:spcPct val="100000"/>
              </a:lnSpc>
              <a:spcBef>
                <a:spcPts val="800"/>
              </a:spcBef>
              <a:spcAft>
                <a:spcPts val="800"/>
              </a:spcAft>
              <a:buSzPts val="1000"/>
              <a:buFont typeface="DM Sans"/>
              <a:buChar char="■"/>
              <a:defRPr sz="1000"/>
            </a:lvl9pPr>
          </a:lstStyle>
          <a:p/>
        </p:txBody>
      </p:sp>
      <p:sp>
        <p:nvSpPr>
          <p:cNvPr id="232" name="Google Shape;232;p29"/>
          <p:cNvSpPr txBox="1"/>
          <p:nvPr>
            <p:ph idx="6" type="subTitle"/>
          </p:nvPr>
        </p:nvSpPr>
        <p:spPr>
          <a:xfrm>
            <a:off x="2611802" y="3285232"/>
            <a:ext cx="1627500" cy="187800"/>
          </a:xfrm>
          <a:prstGeom prst="rect">
            <a:avLst/>
          </a:prstGeom>
        </p:spPr>
        <p:txBody>
          <a:bodyPr anchorCtr="0" anchor="t" bIns="0" lIns="0" spcFirstLastPara="1" rIns="0" wrap="square" tIns="0">
            <a:sp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233" name="Google Shape;233;p29"/>
          <p:cNvSpPr txBox="1"/>
          <p:nvPr>
            <p:ph idx="7" type="body"/>
          </p:nvPr>
        </p:nvSpPr>
        <p:spPr>
          <a:xfrm>
            <a:off x="361977" y="3665600"/>
            <a:ext cx="1627500" cy="1114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234" name="Google Shape;234;p29"/>
          <p:cNvSpPr txBox="1"/>
          <p:nvPr>
            <p:ph idx="8" type="subTitle"/>
          </p:nvPr>
        </p:nvSpPr>
        <p:spPr>
          <a:xfrm>
            <a:off x="361977" y="3285232"/>
            <a:ext cx="1627500" cy="1878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200"/>
              <a:buNone/>
              <a:defRPr sz="1200">
                <a:solidFill>
                  <a:schemeClr val="dk1"/>
                </a:solidFill>
              </a:defRPr>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p:txBody>
      </p:sp>
      <p:sp>
        <p:nvSpPr>
          <p:cNvPr id="235" name="Google Shape;235;p29"/>
          <p:cNvSpPr txBox="1"/>
          <p:nvPr>
            <p:ph idx="9" type="body"/>
          </p:nvPr>
        </p:nvSpPr>
        <p:spPr>
          <a:xfrm>
            <a:off x="4900725" y="1196103"/>
            <a:ext cx="1627500" cy="1385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236" name="Google Shape;236;p29"/>
          <p:cNvSpPr txBox="1"/>
          <p:nvPr>
            <p:ph idx="13" type="subTitle"/>
          </p:nvPr>
        </p:nvSpPr>
        <p:spPr>
          <a:xfrm>
            <a:off x="4900725" y="706863"/>
            <a:ext cx="1627500" cy="1878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200"/>
              <a:buNone/>
              <a:defRPr sz="1200">
                <a:solidFill>
                  <a:schemeClr val="dk1"/>
                </a:solidFill>
              </a:defRPr>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p:txBody>
      </p:sp>
      <p:sp>
        <p:nvSpPr>
          <p:cNvPr id="237" name="Google Shape;237;p29"/>
          <p:cNvSpPr txBox="1"/>
          <p:nvPr>
            <p:ph idx="14" type="body"/>
          </p:nvPr>
        </p:nvSpPr>
        <p:spPr>
          <a:xfrm>
            <a:off x="7149175" y="1196103"/>
            <a:ext cx="1627500" cy="1385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238" name="Google Shape;238;p29"/>
          <p:cNvSpPr txBox="1"/>
          <p:nvPr>
            <p:ph idx="15" type="subTitle"/>
          </p:nvPr>
        </p:nvSpPr>
        <p:spPr>
          <a:xfrm>
            <a:off x="7149175" y="706863"/>
            <a:ext cx="1627500" cy="187800"/>
          </a:xfrm>
          <a:prstGeom prst="rect">
            <a:avLst/>
          </a:prstGeom>
        </p:spPr>
        <p:txBody>
          <a:bodyPr anchorCtr="0" anchor="t" bIns="0" lIns="0" spcFirstLastPara="1" rIns="0" wrap="square" tIns="0">
            <a:sp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239" name="Google Shape;239;p29"/>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modules">
  <p:cSld name="CUSTOM_1_1">
    <p:bg>
      <p:bgPr>
        <a:solidFill>
          <a:schemeClr val="lt1"/>
        </a:solidFill>
      </p:bgPr>
    </p:bg>
    <p:spTree>
      <p:nvGrpSpPr>
        <p:cNvPr id="240" name="Shape 240"/>
        <p:cNvGrpSpPr/>
        <p:nvPr/>
      </p:nvGrpSpPr>
      <p:grpSpPr>
        <a:xfrm>
          <a:off x="0" y="0"/>
          <a:ext cx="0" cy="0"/>
          <a:chOff x="0" y="0"/>
          <a:chExt cx="0" cy="0"/>
        </a:xfrm>
      </p:grpSpPr>
      <p:sp>
        <p:nvSpPr>
          <p:cNvPr id="241" name="Google Shape;241;p30"/>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42" name="Google Shape;242;p30"/>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43" name="Google Shape;243;p30"/>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44" name="Google Shape;244;p30"/>
          <p:cNvSpPr txBox="1"/>
          <p:nvPr>
            <p:ph type="title"/>
          </p:nvPr>
        </p:nvSpPr>
        <p:spPr>
          <a:xfrm>
            <a:off x="5796575" y="2351325"/>
            <a:ext cx="9895200" cy="710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6200">
                <a:solidFill>
                  <a:schemeClr val="dk1"/>
                </a:solidFill>
              </a:defRPr>
            </a:lvl1pPr>
            <a:lvl2pPr lvl="1">
              <a:lnSpc>
                <a:spcPct val="90000"/>
              </a:lnSpc>
              <a:spcBef>
                <a:spcPts val="0"/>
              </a:spcBef>
              <a:spcAft>
                <a:spcPts val="0"/>
              </a:spcAft>
              <a:buNone/>
              <a:defRPr sz="6200">
                <a:solidFill>
                  <a:schemeClr val="dk1"/>
                </a:solidFill>
              </a:defRPr>
            </a:lvl2pPr>
            <a:lvl3pPr lvl="2">
              <a:lnSpc>
                <a:spcPct val="90000"/>
              </a:lnSpc>
              <a:spcBef>
                <a:spcPts val="0"/>
              </a:spcBef>
              <a:spcAft>
                <a:spcPts val="0"/>
              </a:spcAft>
              <a:buNone/>
              <a:defRPr sz="6200">
                <a:solidFill>
                  <a:schemeClr val="dk1"/>
                </a:solidFill>
              </a:defRPr>
            </a:lvl3pPr>
            <a:lvl4pPr lvl="3">
              <a:lnSpc>
                <a:spcPct val="90000"/>
              </a:lnSpc>
              <a:spcBef>
                <a:spcPts val="0"/>
              </a:spcBef>
              <a:spcAft>
                <a:spcPts val="0"/>
              </a:spcAft>
              <a:buNone/>
              <a:defRPr sz="6200">
                <a:solidFill>
                  <a:schemeClr val="dk1"/>
                </a:solidFill>
              </a:defRPr>
            </a:lvl4pPr>
            <a:lvl5pPr lvl="4">
              <a:lnSpc>
                <a:spcPct val="90000"/>
              </a:lnSpc>
              <a:spcBef>
                <a:spcPts val="0"/>
              </a:spcBef>
              <a:spcAft>
                <a:spcPts val="0"/>
              </a:spcAft>
              <a:buNone/>
              <a:defRPr sz="6200">
                <a:solidFill>
                  <a:schemeClr val="dk1"/>
                </a:solidFill>
              </a:defRPr>
            </a:lvl5pPr>
            <a:lvl6pPr lvl="5">
              <a:lnSpc>
                <a:spcPct val="90000"/>
              </a:lnSpc>
              <a:spcBef>
                <a:spcPts val="0"/>
              </a:spcBef>
              <a:spcAft>
                <a:spcPts val="0"/>
              </a:spcAft>
              <a:buNone/>
              <a:defRPr sz="6200">
                <a:solidFill>
                  <a:schemeClr val="dk1"/>
                </a:solidFill>
              </a:defRPr>
            </a:lvl6pPr>
            <a:lvl7pPr lvl="6">
              <a:lnSpc>
                <a:spcPct val="90000"/>
              </a:lnSpc>
              <a:spcBef>
                <a:spcPts val="0"/>
              </a:spcBef>
              <a:spcAft>
                <a:spcPts val="0"/>
              </a:spcAft>
              <a:buNone/>
              <a:defRPr sz="6200">
                <a:solidFill>
                  <a:schemeClr val="dk1"/>
                </a:solidFill>
              </a:defRPr>
            </a:lvl7pPr>
            <a:lvl8pPr lvl="7">
              <a:lnSpc>
                <a:spcPct val="90000"/>
              </a:lnSpc>
              <a:spcBef>
                <a:spcPts val="0"/>
              </a:spcBef>
              <a:spcAft>
                <a:spcPts val="0"/>
              </a:spcAft>
              <a:buNone/>
              <a:defRPr sz="6200">
                <a:solidFill>
                  <a:schemeClr val="dk1"/>
                </a:solidFill>
              </a:defRPr>
            </a:lvl8pPr>
            <a:lvl9pPr lvl="8">
              <a:lnSpc>
                <a:spcPct val="90000"/>
              </a:lnSpc>
              <a:spcBef>
                <a:spcPts val="0"/>
              </a:spcBef>
              <a:spcAft>
                <a:spcPts val="0"/>
              </a:spcAft>
              <a:buNone/>
              <a:defRPr sz="6200">
                <a:solidFill>
                  <a:schemeClr val="dk1"/>
                </a:solidFill>
              </a:defRPr>
            </a:lvl9pPr>
          </a:lstStyle>
          <a:p/>
        </p:txBody>
      </p:sp>
      <p:sp>
        <p:nvSpPr>
          <p:cNvPr id="245" name="Google Shape;245;p30"/>
          <p:cNvSpPr txBox="1"/>
          <p:nvPr>
            <p:ph idx="3" type="title"/>
          </p:nvPr>
        </p:nvSpPr>
        <p:spPr>
          <a:xfrm>
            <a:off x="5796575" y="507450"/>
            <a:ext cx="9895200" cy="710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6200"/>
            </a:lvl1pPr>
            <a:lvl2pPr lvl="1">
              <a:lnSpc>
                <a:spcPct val="90000"/>
              </a:lnSpc>
              <a:spcBef>
                <a:spcPts val="0"/>
              </a:spcBef>
              <a:spcAft>
                <a:spcPts val="0"/>
              </a:spcAft>
              <a:buNone/>
              <a:defRPr sz="6200"/>
            </a:lvl2pPr>
            <a:lvl3pPr lvl="2">
              <a:lnSpc>
                <a:spcPct val="90000"/>
              </a:lnSpc>
              <a:spcBef>
                <a:spcPts val="0"/>
              </a:spcBef>
              <a:spcAft>
                <a:spcPts val="0"/>
              </a:spcAft>
              <a:buNone/>
              <a:defRPr sz="6200"/>
            </a:lvl3pPr>
            <a:lvl4pPr lvl="3">
              <a:lnSpc>
                <a:spcPct val="90000"/>
              </a:lnSpc>
              <a:spcBef>
                <a:spcPts val="0"/>
              </a:spcBef>
              <a:spcAft>
                <a:spcPts val="0"/>
              </a:spcAft>
              <a:buNone/>
              <a:defRPr sz="6200"/>
            </a:lvl4pPr>
            <a:lvl5pPr lvl="4">
              <a:lnSpc>
                <a:spcPct val="90000"/>
              </a:lnSpc>
              <a:spcBef>
                <a:spcPts val="0"/>
              </a:spcBef>
              <a:spcAft>
                <a:spcPts val="0"/>
              </a:spcAft>
              <a:buNone/>
              <a:defRPr sz="6200"/>
            </a:lvl5pPr>
            <a:lvl6pPr lvl="5">
              <a:lnSpc>
                <a:spcPct val="90000"/>
              </a:lnSpc>
              <a:spcBef>
                <a:spcPts val="0"/>
              </a:spcBef>
              <a:spcAft>
                <a:spcPts val="0"/>
              </a:spcAft>
              <a:buNone/>
              <a:defRPr sz="6200"/>
            </a:lvl6pPr>
            <a:lvl7pPr lvl="6">
              <a:lnSpc>
                <a:spcPct val="90000"/>
              </a:lnSpc>
              <a:spcBef>
                <a:spcPts val="0"/>
              </a:spcBef>
              <a:spcAft>
                <a:spcPts val="0"/>
              </a:spcAft>
              <a:buNone/>
              <a:defRPr sz="6200"/>
            </a:lvl7pPr>
            <a:lvl8pPr lvl="7">
              <a:lnSpc>
                <a:spcPct val="90000"/>
              </a:lnSpc>
              <a:spcBef>
                <a:spcPts val="0"/>
              </a:spcBef>
              <a:spcAft>
                <a:spcPts val="0"/>
              </a:spcAft>
              <a:buNone/>
              <a:defRPr sz="6200"/>
            </a:lvl8pPr>
            <a:lvl9pPr lvl="8">
              <a:lnSpc>
                <a:spcPct val="90000"/>
              </a:lnSpc>
              <a:spcBef>
                <a:spcPts val="0"/>
              </a:spcBef>
              <a:spcAft>
                <a:spcPts val="0"/>
              </a:spcAft>
              <a:buNone/>
              <a:defRPr sz="6200"/>
            </a:lvl9pPr>
          </a:lstStyle>
          <a:p/>
        </p:txBody>
      </p:sp>
      <p:sp>
        <p:nvSpPr>
          <p:cNvPr id="246" name="Google Shape;246;p30"/>
          <p:cNvSpPr txBox="1"/>
          <p:nvPr>
            <p:ph idx="4" type="subTitle"/>
          </p:nvPr>
        </p:nvSpPr>
        <p:spPr>
          <a:xfrm>
            <a:off x="5712600" y="4290612"/>
            <a:ext cx="2613300" cy="543900"/>
          </a:xfrm>
          <a:prstGeom prst="rect">
            <a:avLst/>
          </a:prstGeom>
        </p:spPr>
        <p:txBody>
          <a:bodyPr anchorCtr="0" anchor="b" bIns="0" lIns="0" spcFirstLastPara="1" rIns="0" wrap="square" tIns="0">
            <a:noAutofit/>
          </a:bodyPr>
          <a:lstStyle>
            <a:lvl1pPr lvl="0">
              <a:spcBef>
                <a:spcPts val="0"/>
              </a:spcBef>
              <a:spcAft>
                <a:spcPts val="0"/>
              </a:spcAft>
              <a:buSzPts val="1000"/>
              <a:buFont typeface="DM Sans"/>
              <a:buNone/>
              <a:defRPr sz="10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
        <p:nvSpPr>
          <p:cNvPr id="247" name="Google Shape;247;p30"/>
          <p:cNvSpPr txBox="1"/>
          <p:nvPr>
            <p:ph idx="5" type="subTitle"/>
          </p:nvPr>
        </p:nvSpPr>
        <p:spPr>
          <a:xfrm>
            <a:off x="5712600" y="3243901"/>
            <a:ext cx="2613300" cy="4323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1pPr>
            <a:lvl2pPr lvl="1">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2pPr>
            <a:lvl3pPr lvl="2">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3pPr>
            <a:lvl4pPr lvl="3">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4pPr>
            <a:lvl5pPr lvl="4">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5pPr>
            <a:lvl6pPr lvl="5">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6pPr>
            <a:lvl7pPr lvl="6">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7pPr>
            <a:lvl8pPr lvl="7">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8pPr>
            <a:lvl9pPr lvl="8">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9pPr>
          </a:lstStyle>
          <a:p/>
        </p:txBody>
      </p:sp>
      <p:sp>
        <p:nvSpPr>
          <p:cNvPr id="248" name="Google Shape;248;p30"/>
          <p:cNvSpPr txBox="1"/>
          <p:nvPr>
            <p:ph idx="6" type="subTitle"/>
          </p:nvPr>
        </p:nvSpPr>
        <p:spPr>
          <a:xfrm>
            <a:off x="5712600" y="1318375"/>
            <a:ext cx="2613300" cy="483000"/>
          </a:xfrm>
          <a:prstGeom prst="rect">
            <a:avLst/>
          </a:prstGeom>
        </p:spPr>
        <p:txBody>
          <a:bodyPr anchorCtr="0" anchor="b" bIns="0" lIns="0" spcFirstLastPara="1" rIns="0" wrap="square" tIns="0">
            <a:noAutofit/>
          </a:bodyPr>
          <a:lstStyle>
            <a:lvl1pPr lvl="0">
              <a:spcBef>
                <a:spcPts val="0"/>
              </a:spcBef>
              <a:spcAft>
                <a:spcPts val="0"/>
              </a:spcAft>
              <a:buSzPts val="1000"/>
              <a:buFont typeface="DM Sans"/>
              <a:buNone/>
              <a:defRPr sz="10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modules">
  <p:cSld name="CUSTOM_1_1_1">
    <p:spTree>
      <p:nvGrpSpPr>
        <p:cNvPr id="249" name="Shape 249"/>
        <p:cNvGrpSpPr/>
        <p:nvPr/>
      </p:nvGrpSpPr>
      <p:grpSpPr>
        <a:xfrm>
          <a:off x="0" y="0"/>
          <a:ext cx="0" cy="0"/>
          <a:chOff x="0" y="0"/>
          <a:chExt cx="0" cy="0"/>
        </a:xfrm>
      </p:grpSpPr>
      <p:sp>
        <p:nvSpPr>
          <p:cNvPr id="250" name="Google Shape;250;p31"/>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1" name="Google Shape;251;p31"/>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2" name="Google Shape;252;p31"/>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53" name="Google Shape;253;p31"/>
          <p:cNvSpPr txBox="1"/>
          <p:nvPr>
            <p:ph type="title"/>
          </p:nvPr>
        </p:nvSpPr>
        <p:spPr>
          <a:xfrm>
            <a:off x="361975" y="988557"/>
            <a:ext cx="50184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1">
  <p:cSld name="CUSTOM_2">
    <p:spTree>
      <p:nvGrpSpPr>
        <p:cNvPr id="254" name="Shape 254"/>
        <p:cNvGrpSpPr/>
        <p:nvPr/>
      </p:nvGrpSpPr>
      <p:grpSpPr>
        <a:xfrm>
          <a:off x="0" y="0"/>
          <a:ext cx="0" cy="0"/>
          <a:chOff x="0" y="0"/>
          <a:chExt cx="0" cy="0"/>
        </a:xfrm>
      </p:grpSpPr>
      <p:sp>
        <p:nvSpPr>
          <p:cNvPr id="255" name="Google Shape;255;p32"/>
          <p:cNvSpPr/>
          <p:nvPr>
            <p:ph idx="2" type="pic"/>
          </p:nvPr>
        </p:nvSpPr>
        <p:spPr>
          <a:xfrm>
            <a:off x="6289075" y="1793300"/>
            <a:ext cx="2853300" cy="3350400"/>
          </a:xfrm>
          <a:prstGeom prst="rect">
            <a:avLst/>
          </a:prstGeom>
          <a:noFill/>
          <a:ln>
            <a:noFill/>
          </a:ln>
        </p:spPr>
      </p:sp>
      <p:sp>
        <p:nvSpPr>
          <p:cNvPr id="256" name="Google Shape;256;p32"/>
          <p:cNvSpPr/>
          <p:nvPr/>
        </p:nvSpPr>
        <p:spPr>
          <a:xfrm>
            <a:off x="6289085" y="0"/>
            <a:ext cx="2853300" cy="1793100"/>
          </a:xfrm>
          <a:prstGeom prst="roundRect">
            <a:avLst>
              <a:gd fmla="val 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1"/>
              </a:solidFill>
              <a:latin typeface="DM Sans"/>
              <a:ea typeface="DM Sans"/>
              <a:cs typeface="DM Sans"/>
              <a:sym typeface="DM Sans"/>
            </a:endParaRPr>
          </a:p>
        </p:txBody>
      </p:sp>
      <p:sp>
        <p:nvSpPr>
          <p:cNvPr id="257" name="Google Shape;257;p32"/>
          <p:cNvSpPr txBox="1"/>
          <p:nvPr>
            <p:ph type="title"/>
          </p:nvPr>
        </p:nvSpPr>
        <p:spPr>
          <a:xfrm>
            <a:off x="361975" y="988550"/>
            <a:ext cx="5356800" cy="2255400"/>
          </a:xfrm>
          <a:prstGeom prst="rect">
            <a:avLst/>
          </a:prstGeom>
        </p:spPr>
        <p:txBody>
          <a:bodyPr anchorCtr="0" anchor="t" bIns="0" lIns="0" spcFirstLastPara="1" rIns="0" wrap="square" tIns="0">
            <a:noAutofit/>
          </a:bodyPr>
          <a:lstStyle>
            <a:lvl1pPr lvl="0">
              <a:spcBef>
                <a:spcPts val="0"/>
              </a:spcBef>
              <a:spcAft>
                <a:spcPts val="0"/>
              </a:spcAft>
              <a:buNone/>
              <a:defRPr sz="2200"/>
            </a:lvl1pPr>
            <a:lvl2pPr lvl="1">
              <a:spcBef>
                <a:spcPts val="0"/>
              </a:spcBef>
              <a:spcAft>
                <a:spcPts val="0"/>
              </a:spcAft>
              <a:buNone/>
              <a:defRPr sz="2200"/>
            </a:lvl2pPr>
            <a:lvl3pPr lvl="2">
              <a:spcBef>
                <a:spcPts val="0"/>
              </a:spcBef>
              <a:spcAft>
                <a:spcPts val="0"/>
              </a:spcAft>
              <a:buNone/>
              <a:defRPr sz="2200"/>
            </a:lvl3pPr>
            <a:lvl4pPr lvl="3">
              <a:spcBef>
                <a:spcPts val="0"/>
              </a:spcBef>
              <a:spcAft>
                <a:spcPts val="0"/>
              </a:spcAft>
              <a:buNone/>
              <a:defRPr sz="2200"/>
            </a:lvl4pPr>
            <a:lvl5pPr lvl="4">
              <a:spcBef>
                <a:spcPts val="0"/>
              </a:spcBef>
              <a:spcAft>
                <a:spcPts val="0"/>
              </a:spcAft>
              <a:buNone/>
              <a:defRPr sz="2200"/>
            </a:lvl5pPr>
            <a:lvl6pPr lvl="5">
              <a:spcBef>
                <a:spcPts val="0"/>
              </a:spcBef>
              <a:spcAft>
                <a:spcPts val="0"/>
              </a:spcAft>
              <a:buNone/>
              <a:defRPr sz="2200"/>
            </a:lvl6pPr>
            <a:lvl7pPr lvl="6">
              <a:spcBef>
                <a:spcPts val="0"/>
              </a:spcBef>
              <a:spcAft>
                <a:spcPts val="0"/>
              </a:spcAft>
              <a:buNone/>
              <a:defRPr sz="2200"/>
            </a:lvl7pPr>
            <a:lvl8pPr lvl="7">
              <a:spcBef>
                <a:spcPts val="0"/>
              </a:spcBef>
              <a:spcAft>
                <a:spcPts val="0"/>
              </a:spcAft>
              <a:buNone/>
              <a:defRPr sz="2200"/>
            </a:lvl8pPr>
            <a:lvl9pPr lvl="8">
              <a:spcBef>
                <a:spcPts val="0"/>
              </a:spcBef>
              <a:spcAft>
                <a:spcPts val="0"/>
              </a:spcAft>
              <a:buNone/>
              <a:defRPr sz="2200"/>
            </a:lvl9pPr>
          </a:lstStyle>
          <a:p/>
        </p:txBody>
      </p:sp>
      <p:sp>
        <p:nvSpPr>
          <p:cNvPr id="258" name="Google Shape;258;p32"/>
          <p:cNvSpPr txBox="1"/>
          <p:nvPr>
            <p:ph idx="1" type="body"/>
          </p:nvPr>
        </p:nvSpPr>
        <p:spPr>
          <a:xfrm>
            <a:off x="361975" y="3541582"/>
            <a:ext cx="3777000" cy="10443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59" name="Google Shape;259;p32"/>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60" name="Google Shape;260;p32"/>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2">
  <p:cSld name="CUSTOM_2_1">
    <p:spTree>
      <p:nvGrpSpPr>
        <p:cNvPr id="261" name="Shape 261"/>
        <p:cNvGrpSpPr/>
        <p:nvPr/>
      </p:nvGrpSpPr>
      <p:grpSpPr>
        <a:xfrm>
          <a:off x="0" y="0"/>
          <a:ext cx="0" cy="0"/>
          <a:chOff x="0" y="0"/>
          <a:chExt cx="0" cy="0"/>
        </a:xfrm>
      </p:grpSpPr>
      <p:sp>
        <p:nvSpPr>
          <p:cNvPr id="262" name="Google Shape;262;p33"/>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63" name="Google Shape;263;p33"/>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4" name="Google Shape;264;p33"/>
          <p:cNvSpPr txBox="1"/>
          <p:nvPr>
            <p:ph idx="2" type="body"/>
          </p:nvPr>
        </p:nvSpPr>
        <p:spPr>
          <a:xfrm>
            <a:off x="1957800" y="4195275"/>
            <a:ext cx="5228400" cy="390600"/>
          </a:xfrm>
          <a:prstGeom prst="rect">
            <a:avLst/>
          </a:prstGeom>
        </p:spPr>
        <p:txBody>
          <a:bodyPr anchorCtr="0" anchor="b" bIns="0" lIns="0" spcFirstLastPara="1" rIns="0" wrap="square" tIns="0">
            <a:noAutofit/>
          </a:bodyPr>
          <a:lstStyle>
            <a:lvl1pPr indent="-292100" lvl="0" marL="457200" algn="ctr">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lgn="ctr">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65" name="Google Shape;265;p33"/>
          <p:cNvSpPr txBox="1"/>
          <p:nvPr>
            <p:ph idx="3"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266" name="Google Shape;266;p33"/>
          <p:cNvSpPr txBox="1"/>
          <p:nvPr>
            <p:ph type="title"/>
          </p:nvPr>
        </p:nvSpPr>
        <p:spPr>
          <a:xfrm>
            <a:off x="719400" y="988550"/>
            <a:ext cx="7705200" cy="587700"/>
          </a:xfrm>
          <a:prstGeom prst="rect">
            <a:avLst/>
          </a:prstGeom>
        </p:spPr>
        <p:txBody>
          <a:bodyPr anchorCtr="0" anchor="t" bIns="0" lIns="0" spcFirstLastPara="1" rIns="0" wrap="square" tIns="0">
            <a:spAutoFit/>
          </a:bodyPr>
          <a:lstStyle>
            <a:lvl1pPr lvl="0" algn="ctr">
              <a:lnSpc>
                <a:spcPct val="90000"/>
              </a:lnSpc>
              <a:spcBef>
                <a:spcPts val="0"/>
              </a:spcBef>
              <a:spcAft>
                <a:spcPts val="0"/>
              </a:spcAft>
              <a:buNone/>
              <a:defRPr sz="2200"/>
            </a:lvl1pPr>
            <a:lvl2pPr lvl="1" algn="ctr">
              <a:lnSpc>
                <a:spcPct val="90000"/>
              </a:lnSpc>
              <a:spcBef>
                <a:spcPts val="0"/>
              </a:spcBef>
              <a:spcAft>
                <a:spcPts val="0"/>
              </a:spcAft>
              <a:buNone/>
              <a:defRPr sz="2200"/>
            </a:lvl2pPr>
            <a:lvl3pPr lvl="2" algn="ctr">
              <a:lnSpc>
                <a:spcPct val="90000"/>
              </a:lnSpc>
              <a:spcBef>
                <a:spcPts val="0"/>
              </a:spcBef>
              <a:spcAft>
                <a:spcPts val="0"/>
              </a:spcAft>
              <a:buNone/>
              <a:defRPr sz="2200"/>
            </a:lvl3pPr>
            <a:lvl4pPr lvl="3" algn="ctr">
              <a:lnSpc>
                <a:spcPct val="90000"/>
              </a:lnSpc>
              <a:spcBef>
                <a:spcPts val="0"/>
              </a:spcBef>
              <a:spcAft>
                <a:spcPts val="0"/>
              </a:spcAft>
              <a:buNone/>
              <a:defRPr sz="2200"/>
            </a:lvl4pPr>
            <a:lvl5pPr lvl="4" algn="ctr">
              <a:lnSpc>
                <a:spcPct val="90000"/>
              </a:lnSpc>
              <a:spcBef>
                <a:spcPts val="0"/>
              </a:spcBef>
              <a:spcAft>
                <a:spcPts val="0"/>
              </a:spcAft>
              <a:buNone/>
              <a:defRPr sz="2200"/>
            </a:lvl5pPr>
            <a:lvl6pPr lvl="5" algn="ctr">
              <a:lnSpc>
                <a:spcPct val="90000"/>
              </a:lnSpc>
              <a:spcBef>
                <a:spcPts val="0"/>
              </a:spcBef>
              <a:spcAft>
                <a:spcPts val="0"/>
              </a:spcAft>
              <a:buNone/>
              <a:defRPr sz="2200"/>
            </a:lvl6pPr>
            <a:lvl7pPr lvl="6" algn="ctr">
              <a:lnSpc>
                <a:spcPct val="90000"/>
              </a:lnSpc>
              <a:spcBef>
                <a:spcPts val="0"/>
              </a:spcBef>
              <a:spcAft>
                <a:spcPts val="0"/>
              </a:spcAft>
              <a:buNone/>
              <a:defRPr sz="2200"/>
            </a:lvl7pPr>
            <a:lvl8pPr lvl="7" algn="ctr">
              <a:lnSpc>
                <a:spcPct val="90000"/>
              </a:lnSpc>
              <a:spcBef>
                <a:spcPts val="0"/>
              </a:spcBef>
              <a:spcAft>
                <a:spcPts val="0"/>
              </a:spcAft>
              <a:buNone/>
              <a:defRPr sz="2200"/>
            </a:lvl8pPr>
            <a:lvl9pPr lvl="8" algn="ctr">
              <a:lnSpc>
                <a:spcPct val="90000"/>
              </a:lnSpc>
              <a:spcBef>
                <a:spcPts val="0"/>
              </a:spcBef>
              <a:spcAft>
                <a:spcPts val="0"/>
              </a:spcAft>
              <a:buNone/>
              <a:defRPr sz="2200"/>
            </a:lvl9pPr>
          </a:lstStyle>
          <a:p/>
        </p:txBody>
      </p:sp>
      <p:sp>
        <p:nvSpPr>
          <p:cNvPr id="267" name="Google Shape;267;p33"/>
          <p:cNvSpPr/>
          <p:nvPr>
            <p:ph idx="4" type="pic"/>
          </p:nvPr>
        </p:nvSpPr>
        <p:spPr>
          <a:xfrm>
            <a:off x="3982589" y="2427948"/>
            <a:ext cx="1179600" cy="1417200"/>
          </a:xfrm>
          <a:prstGeom prst="rect">
            <a:avLst/>
          </a:prstGeom>
          <a:no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3">
  <p:cSld name="CUSTOM_2_1_2">
    <p:bg>
      <p:bgPr>
        <a:solidFill>
          <a:schemeClr val="accent1"/>
        </a:solidFill>
      </p:bgPr>
    </p:bg>
    <p:spTree>
      <p:nvGrpSpPr>
        <p:cNvPr id="268" name="Shape 268"/>
        <p:cNvGrpSpPr/>
        <p:nvPr/>
      </p:nvGrpSpPr>
      <p:grpSpPr>
        <a:xfrm>
          <a:off x="0" y="0"/>
          <a:ext cx="0" cy="0"/>
          <a:chOff x="0" y="0"/>
          <a:chExt cx="0" cy="0"/>
        </a:xfrm>
      </p:grpSpPr>
      <p:sp>
        <p:nvSpPr>
          <p:cNvPr id="269" name="Google Shape;269;p34"/>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70" name="Google Shape;270;p34"/>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1" name="Google Shape;271;p34"/>
          <p:cNvSpPr txBox="1"/>
          <p:nvPr>
            <p:ph idx="2" type="subTitle"/>
          </p:nvPr>
        </p:nvSpPr>
        <p:spPr>
          <a:xfrm>
            <a:off x="3154650" y="1051772"/>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a:buNone/>
              <a:defRPr sz="10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
        <p:nvSpPr>
          <p:cNvPr id="272" name="Google Shape;272;p34"/>
          <p:cNvSpPr txBox="1"/>
          <p:nvPr>
            <p:ph type="title"/>
          </p:nvPr>
        </p:nvSpPr>
        <p:spPr>
          <a:xfrm>
            <a:off x="3154650" y="1801500"/>
            <a:ext cx="5622000" cy="28320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800"/>
            </a:lvl1pPr>
            <a:lvl2pPr lvl="1">
              <a:lnSpc>
                <a:spcPct val="90000"/>
              </a:lnSpc>
              <a:spcBef>
                <a:spcPts val="0"/>
              </a:spcBef>
              <a:spcAft>
                <a:spcPts val="0"/>
              </a:spcAft>
              <a:buNone/>
              <a:defRPr sz="2800"/>
            </a:lvl2pPr>
            <a:lvl3pPr lvl="2">
              <a:lnSpc>
                <a:spcPct val="90000"/>
              </a:lnSpc>
              <a:spcBef>
                <a:spcPts val="0"/>
              </a:spcBef>
              <a:spcAft>
                <a:spcPts val="0"/>
              </a:spcAft>
              <a:buNone/>
              <a:defRPr sz="2800"/>
            </a:lvl3pPr>
            <a:lvl4pPr lvl="3">
              <a:lnSpc>
                <a:spcPct val="90000"/>
              </a:lnSpc>
              <a:spcBef>
                <a:spcPts val="0"/>
              </a:spcBef>
              <a:spcAft>
                <a:spcPts val="0"/>
              </a:spcAft>
              <a:buNone/>
              <a:defRPr sz="2800"/>
            </a:lvl4pPr>
            <a:lvl5pPr lvl="4">
              <a:lnSpc>
                <a:spcPct val="90000"/>
              </a:lnSpc>
              <a:spcBef>
                <a:spcPts val="0"/>
              </a:spcBef>
              <a:spcAft>
                <a:spcPts val="0"/>
              </a:spcAft>
              <a:buNone/>
              <a:defRPr sz="2800"/>
            </a:lvl5pPr>
            <a:lvl6pPr lvl="5">
              <a:lnSpc>
                <a:spcPct val="90000"/>
              </a:lnSpc>
              <a:spcBef>
                <a:spcPts val="0"/>
              </a:spcBef>
              <a:spcAft>
                <a:spcPts val="0"/>
              </a:spcAft>
              <a:buNone/>
              <a:defRPr sz="2800"/>
            </a:lvl6pPr>
            <a:lvl7pPr lvl="6">
              <a:lnSpc>
                <a:spcPct val="90000"/>
              </a:lnSpc>
              <a:spcBef>
                <a:spcPts val="0"/>
              </a:spcBef>
              <a:spcAft>
                <a:spcPts val="0"/>
              </a:spcAft>
              <a:buNone/>
              <a:defRPr sz="2800"/>
            </a:lvl7pPr>
            <a:lvl8pPr lvl="7">
              <a:lnSpc>
                <a:spcPct val="90000"/>
              </a:lnSpc>
              <a:spcBef>
                <a:spcPts val="0"/>
              </a:spcBef>
              <a:spcAft>
                <a:spcPts val="0"/>
              </a:spcAft>
              <a:buNone/>
              <a:defRPr sz="2800"/>
            </a:lvl8pPr>
            <a:lvl9pPr lvl="8">
              <a:lnSpc>
                <a:spcPct val="90000"/>
              </a:lnSpc>
              <a:spcBef>
                <a:spcPts val="0"/>
              </a:spcBef>
              <a:spcAft>
                <a:spcPts val="0"/>
              </a:spcAft>
              <a:buNone/>
              <a:defRPr sz="2800"/>
            </a:lvl9pPr>
          </a:lstStyle>
          <a:p/>
        </p:txBody>
      </p:sp>
      <p:sp>
        <p:nvSpPr>
          <p:cNvPr id="273" name="Google Shape;273;p34"/>
          <p:cNvSpPr/>
          <p:nvPr>
            <p:ph idx="3" type="pic"/>
          </p:nvPr>
        </p:nvSpPr>
        <p:spPr>
          <a:xfrm>
            <a:off x="361975" y="1066100"/>
            <a:ext cx="1967700" cy="1311600"/>
          </a:xfrm>
          <a:prstGeom prst="rect">
            <a:avLst/>
          </a:prstGeom>
          <a:noFill/>
          <a:ln>
            <a:no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header">
  <p:cSld name="CUSTOM_2_1_2_1_2">
    <p:bg>
      <p:bgPr>
        <a:solidFill>
          <a:schemeClr val="lt1"/>
        </a:solidFill>
      </p:bgPr>
    </p:bg>
    <p:spTree>
      <p:nvGrpSpPr>
        <p:cNvPr id="274" name="Shape 274"/>
        <p:cNvGrpSpPr/>
        <p:nvPr/>
      </p:nvGrpSpPr>
      <p:grpSpPr>
        <a:xfrm>
          <a:off x="0" y="0"/>
          <a:ext cx="0" cy="0"/>
          <a:chOff x="0" y="0"/>
          <a:chExt cx="0" cy="0"/>
        </a:xfrm>
      </p:grpSpPr>
      <p:sp>
        <p:nvSpPr>
          <p:cNvPr id="275" name="Google Shape;275;p35"/>
          <p:cNvSpPr/>
          <p:nvPr>
            <p:ph idx="2" type="pic"/>
          </p:nvPr>
        </p:nvSpPr>
        <p:spPr>
          <a:xfrm>
            <a:off x="361975" y="781775"/>
            <a:ext cx="2872800" cy="3783300"/>
          </a:xfrm>
          <a:prstGeom prst="rect">
            <a:avLst/>
          </a:prstGeom>
          <a:noFill/>
          <a:ln>
            <a:noFill/>
          </a:ln>
        </p:spPr>
      </p:sp>
      <p:sp>
        <p:nvSpPr>
          <p:cNvPr id="276" name="Google Shape;276;p35"/>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77" name="Google Shape;277;p35"/>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78" name="Google Shape;278;p35"/>
          <p:cNvSpPr txBox="1"/>
          <p:nvPr>
            <p:ph idx="3" type="subTitle"/>
          </p:nvPr>
        </p:nvSpPr>
        <p:spPr>
          <a:xfrm>
            <a:off x="3657600" y="1051772"/>
            <a:ext cx="4163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1pPr>
            <a:lvl2pPr lvl="1">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2pPr>
            <a:lvl3pPr lvl="2">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3pPr>
            <a:lvl4pPr lvl="3">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4pPr>
            <a:lvl5pPr lvl="4">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5pPr>
            <a:lvl6pPr lvl="5">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6pPr>
            <a:lvl7pPr lvl="6">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7pPr>
            <a:lvl8pPr lvl="7">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8pPr>
            <a:lvl9pPr lvl="8">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9pPr>
          </a:lstStyle>
          <a:p/>
        </p:txBody>
      </p:sp>
      <p:sp>
        <p:nvSpPr>
          <p:cNvPr id="279" name="Google Shape;279;p35"/>
          <p:cNvSpPr txBox="1"/>
          <p:nvPr>
            <p:ph type="title"/>
          </p:nvPr>
        </p:nvSpPr>
        <p:spPr>
          <a:xfrm>
            <a:off x="3657600" y="1555450"/>
            <a:ext cx="5622000" cy="17505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800">
                <a:solidFill>
                  <a:schemeClr val="dk1"/>
                </a:solidFill>
              </a:defRPr>
            </a:lvl1pPr>
            <a:lvl2pPr lvl="1">
              <a:lnSpc>
                <a:spcPct val="90000"/>
              </a:lnSpc>
              <a:spcBef>
                <a:spcPts val="0"/>
              </a:spcBef>
              <a:spcAft>
                <a:spcPts val="0"/>
              </a:spcAft>
              <a:buNone/>
              <a:defRPr sz="2800">
                <a:solidFill>
                  <a:schemeClr val="dk1"/>
                </a:solidFill>
              </a:defRPr>
            </a:lvl2pPr>
            <a:lvl3pPr lvl="2">
              <a:lnSpc>
                <a:spcPct val="90000"/>
              </a:lnSpc>
              <a:spcBef>
                <a:spcPts val="0"/>
              </a:spcBef>
              <a:spcAft>
                <a:spcPts val="0"/>
              </a:spcAft>
              <a:buNone/>
              <a:defRPr sz="2800">
                <a:solidFill>
                  <a:schemeClr val="dk1"/>
                </a:solidFill>
              </a:defRPr>
            </a:lvl3pPr>
            <a:lvl4pPr lvl="3">
              <a:lnSpc>
                <a:spcPct val="90000"/>
              </a:lnSpc>
              <a:spcBef>
                <a:spcPts val="0"/>
              </a:spcBef>
              <a:spcAft>
                <a:spcPts val="0"/>
              </a:spcAft>
              <a:buNone/>
              <a:defRPr sz="2800">
                <a:solidFill>
                  <a:schemeClr val="dk1"/>
                </a:solidFill>
              </a:defRPr>
            </a:lvl4pPr>
            <a:lvl5pPr lvl="4">
              <a:lnSpc>
                <a:spcPct val="90000"/>
              </a:lnSpc>
              <a:spcBef>
                <a:spcPts val="0"/>
              </a:spcBef>
              <a:spcAft>
                <a:spcPts val="0"/>
              </a:spcAft>
              <a:buNone/>
              <a:defRPr sz="2800">
                <a:solidFill>
                  <a:schemeClr val="dk1"/>
                </a:solidFill>
              </a:defRPr>
            </a:lvl5pPr>
            <a:lvl6pPr lvl="5">
              <a:lnSpc>
                <a:spcPct val="90000"/>
              </a:lnSpc>
              <a:spcBef>
                <a:spcPts val="0"/>
              </a:spcBef>
              <a:spcAft>
                <a:spcPts val="0"/>
              </a:spcAft>
              <a:buNone/>
              <a:defRPr sz="2800">
                <a:solidFill>
                  <a:schemeClr val="dk1"/>
                </a:solidFill>
              </a:defRPr>
            </a:lvl6pPr>
            <a:lvl7pPr lvl="6">
              <a:lnSpc>
                <a:spcPct val="90000"/>
              </a:lnSpc>
              <a:spcBef>
                <a:spcPts val="0"/>
              </a:spcBef>
              <a:spcAft>
                <a:spcPts val="0"/>
              </a:spcAft>
              <a:buNone/>
              <a:defRPr sz="2800">
                <a:solidFill>
                  <a:schemeClr val="dk1"/>
                </a:solidFill>
              </a:defRPr>
            </a:lvl7pPr>
            <a:lvl8pPr lvl="7">
              <a:lnSpc>
                <a:spcPct val="90000"/>
              </a:lnSpc>
              <a:spcBef>
                <a:spcPts val="0"/>
              </a:spcBef>
              <a:spcAft>
                <a:spcPts val="0"/>
              </a:spcAft>
              <a:buNone/>
              <a:defRPr sz="2800">
                <a:solidFill>
                  <a:schemeClr val="dk1"/>
                </a:solidFill>
              </a:defRPr>
            </a:lvl8pPr>
            <a:lvl9pPr lvl="8">
              <a:lnSpc>
                <a:spcPct val="90000"/>
              </a:lnSpc>
              <a:spcBef>
                <a:spcPts val="0"/>
              </a:spcBef>
              <a:spcAft>
                <a:spcPts val="0"/>
              </a:spcAft>
              <a:buNone/>
              <a:defRPr sz="2800">
                <a:solidFill>
                  <a:schemeClr val="dk1"/>
                </a:solidFill>
              </a:defRPr>
            </a:lvl9pPr>
          </a:lstStyle>
          <a:p/>
        </p:txBody>
      </p:sp>
      <p:sp>
        <p:nvSpPr>
          <p:cNvPr id="280" name="Google Shape;280;p35"/>
          <p:cNvSpPr txBox="1"/>
          <p:nvPr>
            <p:ph idx="4" type="body"/>
          </p:nvPr>
        </p:nvSpPr>
        <p:spPr>
          <a:xfrm>
            <a:off x="3657600" y="3556575"/>
            <a:ext cx="3554400" cy="1029300"/>
          </a:xfrm>
          <a:prstGeom prst="rect">
            <a:avLst/>
          </a:prstGeom>
        </p:spPr>
        <p:txBody>
          <a:bodyPr anchorCtr="0" anchor="b" bIns="0" lIns="0" spcFirstLastPara="1" rIns="0" wrap="square" tIns="0">
            <a:sp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5">
  <p:cSld name="CUSTOM_2_1_2_1_1">
    <p:bg>
      <p:bgPr>
        <a:solidFill>
          <a:schemeClr val="accent2"/>
        </a:solidFill>
      </p:bgPr>
    </p:bg>
    <p:spTree>
      <p:nvGrpSpPr>
        <p:cNvPr id="281" name="Shape 281"/>
        <p:cNvGrpSpPr/>
        <p:nvPr/>
      </p:nvGrpSpPr>
      <p:grpSpPr>
        <a:xfrm>
          <a:off x="0" y="0"/>
          <a:ext cx="0" cy="0"/>
          <a:chOff x="0" y="0"/>
          <a:chExt cx="0" cy="0"/>
        </a:xfrm>
      </p:grpSpPr>
      <p:pic>
        <p:nvPicPr>
          <p:cNvPr descr="The reflective glass facade of a skyscraper. " id="282" name="Google Shape;282;p36"/>
          <p:cNvPicPr preferRelativeResize="0"/>
          <p:nvPr/>
        </p:nvPicPr>
        <p:blipFill rotWithShape="1">
          <a:blip r:embed="rId2">
            <a:alphaModFix amt="14000"/>
          </a:blip>
          <a:srcRect b="15605" l="0" r="0" t="0"/>
          <a:stretch/>
        </p:blipFill>
        <p:spPr>
          <a:xfrm>
            <a:off x="0" y="-8150"/>
            <a:ext cx="9144003" cy="5143501"/>
          </a:xfrm>
          <a:prstGeom prst="rect">
            <a:avLst/>
          </a:prstGeom>
          <a:noFill/>
          <a:ln>
            <a:noFill/>
          </a:ln>
        </p:spPr>
      </p:pic>
      <p:sp>
        <p:nvSpPr>
          <p:cNvPr id="283" name="Google Shape;283;p36"/>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84" name="Google Shape;284;p36"/>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5" name="Google Shape;285;p36"/>
          <p:cNvSpPr txBox="1"/>
          <p:nvPr>
            <p:ph idx="2" type="body"/>
          </p:nvPr>
        </p:nvSpPr>
        <p:spPr>
          <a:xfrm>
            <a:off x="1957800" y="4195275"/>
            <a:ext cx="5228400" cy="390600"/>
          </a:xfrm>
          <a:prstGeom prst="rect">
            <a:avLst/>
          </a:prstGeom>
        </p:spPr>
        <p:txBody>
          <a:bodyPr anchorCtr="0" anchor="b" bIns="0" lIns="0" spcFirstLastPara="1" rIns="0" wrap="square" tIns="0">
            <a:noAutofit/>
          </a:bodyPr>
          <a:lstStyle>
            <a:lvl1pPr indent="-292100" lvl="0" marL="457200" algn="ctr">
              <a:spcBef>
                <a:spcPts val="0"/>
              </a:spcBef>
              <a:spcAft>
                <a:spcPts val="0"/>
              </a:spcAft>
              <a:buClr>
                <a:schemeClr val="lt1"/>
              </a:buClr>
              <a:buSzPts val="1000"/>
              <a:buFont typeface="DM Sans"/>
              <a:buChar char="●"/>
              <a:defRPr sz="1000"/>
            </a:lvl1pPr>
            <a:lvl2pPr indent="-292100" lvl="1" marL="914400" algn="ctr">
              <a:spcBef>
                <a:spcPts val="800"/>
              </a:spcBef>
              <a:spcAft>
                <a:spcPts val="0"/>
              </a:spcAft>
              <a:buClr>
                <a:schemeClr val="lt1"/>
              </a:buClr>
              <a:buSzPts val="1000"/>
              <a:buFont typeface="DM Sans"/>
              <a:buChar char="○"/>
              <a:defRPr sz="1000"/>
            </a:lvl2pPr>
            <a:lvl3pPr indent="-292100" lvl="2" marL="1371600" algn="ctr">
              <a:spcBef>
                <a:spcPts val="800"/>
              </a:spcBef>
              <a:spcAft>
                <a:spcPts val="0"/>
              </a:spcAft>
              <a:buClr>
                <a:schemeClr val="lt1"/>
              </a:buClr>
              <a:buSzPts val="1000"/>
              <a:buFont typeface="DM Sans"/>
              <a:buChar char="■"/>
              <a:defRPr sz="1000"/>
            </a:lvl3pPr>
            <a:lvl4pPr indent="-292100" lvl="3" marL="1828800" algn="ctr">
              <a:spcBef>
                <a:spcPts val="800"/>
              </a:spcBef>
              <a:spcAft>
                <a:spcPts val="0"/>
              </a:spcAft>
              <a:buClr>
                <a:schemeClr val="lt1"/>
              </a:buClr>
              <a:buSzPts val="1000"/>
              <a:buFont typeface="DM Sans"/>
              <a:buChar char="●"/>
              <a:defRPr sz="1000"/>
            </a:lvl4pPr>
            <a:lvl5pPr indent="-292100" lvl="4" marL="2286000" algn="ctr">
              <a:spcBef>
                <a:spcPts val="800"/>
              </a:spcBef>
              <a:spcAft>
                <a:spcPts val="0"/>
              </a:spcAft>
              <a:buClr>
                <a:schemeClr val="lt1"/>
              </a:buClr>
              <a:buSzPts val="1000"/>
              <a:buFont typeface="DM Sans"/>
              <a:buChar char="○"/>
              <a:defRPr sz="1000"/>
            </a:lvl5pPr>
            <a:lvl6pPr indent="-292100" lvl="5" marL="2743200" algn="ctr">
              <a:spcBef>
                <a:spcPts val="800"/>
              </a:spcBef>
              <a:spcAft>
                <a:spcPts val="0"/>
              </a:spcAft>
              <a:buClr>
                <a:schemeClr val="lt1"/>
              </a:buClr>
              <a:buSzPts val="1000"/>
              <a:buFont typeface="DM Sans"/>
              <a:buChar char="■"/>
              <a:defRPr sz="1000"/>
            </a:lvl6pPr>
            <a:lvl7pPr indent="-292100" lvl="6" marL="3200400" algn="ctr">
              <a:spcBef>
                <a:spcPts val="800"/>
              </a:spcBef>
              <a:spcAft>
                <a:spcPts val="0"/>
              </a:spcAft>
              <a:buClr>
                <a:schemeClr val="lt1"/>
              </a:buClr>
              <a:buSzPts val="1000"/>
              <a:buFont typeface="DM Sans"/>
              <a:buChar char="●"/>
              <a:defRPr sz="1000"/>
            </a:lvl7pPr>
            <a:lvl8pPr indent="-292100" lvl="7" marL="3657600" algn="ctr">
              <a:spcBef>
                <a:spcPts val="800"/>
              </a:spcBef>
              <a:spcAft>
                <a:spcPts val="0"/>
              </a:spcAft>
              <a:buClr>
                <a:schemeClr val="lt1"/>
              </a:buClr>
              <a:buSzPts val="1000"/>
              <a:buFont typeface="DM Sans"/>
              <a:buChar char="○"/>
              <a:defRPr sz="1000"/>
            </a:lvl8pPr>
            <a:lvl9pPr indent="-292100" lvl="8" marL="4114800" algn="ctr">
              <a:spcBef>
                <a:spcPts val="800"/>
              </a:spcBef>
              <a:spcAft>
                <a:spcPts val="800"/>
              </a:spcAft>
              <a:buClr>
                <a:schemeClr val="lt1"/>
              </a:buClr>
              <a:buSzPts val="1000"/>
              <a:buFont typeface="DM Sans"/>
              <a:buChar char="■"/>
              <a:defRPr sz="1000"/>
            </a:lvl9pPr>
          </a:lstStyle>
          <a:p/>
        </p:txBody>
      </p:sp>
      <p:sp>
        <p:nvSpPr>
          <p:cNvPr id="286" name="Google Shape;286;p36"/>
          <p:cNvSpPr txBox="1"/>
          <p:nvPr>
            <p:ph idx="3"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287" name="Google Shape;287;p36"/>
          <p:cNvSpPr txBox="1"/>
          <p:nvPr>
            <p:ph type="title"/>
          </p:nvPr>
        </p:nvSpPr>
        <p:spPr>
          <a:xfrm>
            <a:off x="719400" y="988550"/>
            <a:ext cx="7705200" cy="587700"/>
          </a:xfrm>
          <a:prstGeom prst="rect">
            <a:avLst/>
          </a:prstGeom>
        </p:spPr>
        <p:txBody>
          <a:bodyPr anchorCtr="0" anchor="t" bIns="0" lIns="0" spcFirstLastPara="1" rIns="0" wrap="square" tIns="0">
            <a:spAutoFit/>
          </a:bodyPr>
          <a:lstStyle>
            <a:lvl1pPr lvl="0" algn="ctr">
              <a:lnSpc>
                <a:spcPct val="90000"/>
              </a:lnSpc>
              <a:spcBef>
                <a:spcPts val="0"/>
              </a:spcBef>
              <a:spcAft>
                <a:spcPts val="0"/>
              </a:spcAft>
              <a:buNone/>
              <a:defRPr/>
            </a:lvl1pPr>
            <a:lvl2pPr lvl="1" algn="ctr">
              <a:lnSpc>
                <a:spcPct val="90000"/>
              </a:lnSpc>
              <a:spcBef>
                <a:spcPts val="0"/>
              </a:spcBef>
              <a:spcAft>
                <a:spcPts val="0"/>
              </a:spcAft>
              <a:buNone/>
              <a:defRPr sz="2200"/>
            </a:lvl2pPr>
            <a:lvl3pPr lvl="2" algn="ctr">
              <a:lnSpc>
                <a:spcPct val="90000"/>
              </a:lnSpc>
              <a:spcBef>
                <a:spcPts val="0"/>
              </a:spcBef>
              <a:spcAft>
                <a:spcPts val="0"/>
              </a:spcAft>
              <a:buNone/>
              <a:defRPr sz="2200"/>
            </a:lvl3pPr>
            <a:lvl4pPr lvl="3" algn="ctr">
              <a:lnSpc>
                <a:spcPct val="90000"/>
              </a:lnSpc>
              <a:spcBef>
                <a:spcPts val="0"/>
              </a:spcBef>
              <a:spcAft>
                <a:spcPts val="0"/>
              </a:spcAft>
              <a:buNone/>
              <a:defRPr sz="2200"/>
            </a:lvl4pPr>
            <a:lvl5pPr lvl="4" algn="ctr">
              <a:lnSpc>
                <a:spcPct val="90000"/>
              </a:lnSpc>
              <a:spcBef>
                <a:spcPts val="0"/>
              </a:spcBef>
              <a:spcAft>
                <a:spcPts val="0"/>
              </a:spcAft>
              <a:buNone/>
              <a:defRPr sz="2200"/>
            </a:lvl5pPr>
            <a:lvl6pPr lvl="5" algn="ctr">
              <a:lnSpc>
                <a:spcPct val="90000"/>
              </a:lnSpc>
              <a:spcBef>
                <a:spcPts val="0"/>
              </a:spcBef>
              <a:spcAft>
                <a:spcPts val="0"/>
              </a:spcAft>
              <a:buNone/>
              <a:defRPr sz="2200"/>
            </a:lvl6pPr>
            <a:lvl7pPr lvl="6" algn="ctr">
              <a:lnSpc>
                <a:spcPct val="90000"/>
              </a:lnSpc>
              <a:spcBef>
                <a:spcPts val="0"/>
              </a:spcBef>
              <a:spcAft>
                <a:spcPts val="0"/>
              </a:spcAft>
              <a:buNone/>
              <a:defRPr sz="2200"/>
            </a:lvl7pPr>
            <a:lvl8pPr lvl="7" algn="ctr">
              <a:lnSpc>
                <a:spcPct val="90000"/>
              </a:lnSpc>
              <a:spcBef>
                <a:spcPts val="0"/>
              </a:spcBef>
              <a:spcAft>
                <a:spcPts val="0"/>
              </a:spcAft>
              <a:buNone/>
              <a:defRPr sz="2200"/>
            </a:lvl8pPr>
            <a:lvl9pPr lvl="8" algn="ctr">
              <a:lnSpc>
                <a:spcPct val="90000"/>
              </a:lnSpc>
              <a:spcBef>
                <a:spcPts val="0"/>
              </a:spcBef>
              <a:spcAft>
                <a:spcPts val="0"/>
              </a:spcAft>
              <a:buNone/>
              <a:defRPr sz="2200"/>
            </a:lvl9pPr>
          </a:lstStyle>
          <a:p/>
        </p:txBody>
      </p:sp>
      <p:sp>
        <p:nvSpPr>
          <p:cNvPr id="288" name="Google Shape;288;p36"/>
          <p:cNvSpPr/>
          <p:nvPr>
            <p:ph idx="4" type="pic"/>
          </p:nvPr>
        </p:nvSpPr>
        <p:spPr>
          <a:xfrm>
            <a:off x="3588150" y="2027104"/>
            <a:ext cx="1967700" cy="1311600"/>
          </a:xfrm>
          <a:prstGeom prst="rect">
            <a:avLst/>
          </a:prstGeom>
          <a:noFill/>
          <a:ln>
            <a:no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 Alt 2">
  <p:cSld name="CUSTOM_2_1_1_1">
    <p:bg>
      <p:bgPr>
        <a:solidFill>
          <a:schemeClr val="accent1"/>
        </a:solidFill>
      </p:bgPr>
    </p:bg>
    <p:spTree>
      <p:nvGrpSpPr>
        <p:cNvPr id="289" name="Shape 289"/>
        <p:cNvGrpSpPr/>
        <p:nvPr/>
      </p:nvGrpSpPr>
      <p:grpSpPr>
        <a:xfrm>
          <a:off x="0" y="0"/>
          <a:ext cx="0" cy="0"/>
          <a:chOff x="0" y="0"/>
          <a:chExt cx="0" cy="0"/>
        </a:xfrm>
      </p:grpSpPr>
      <p:pic>
        <p:nvPicPr>
          <p:cNvPr descr="A modern glass skyscraper. " id="290" name="Google Shape;290;p37"/>
          <p:cNvPicPr preferRelativeResize="0"/>
          <p:nvPr/>
        </p:nvPicPr>
        <p:blipFill rotWithShape="1">
          <a:blip r:embed="rId2">
            <a:alphaModFix amt="14000"/>
          </a:blip>
          <a:srcRect b="15605" l="0" r="0" t="0"/>
          <a:stretch/>
        </p:blipFill>
        <p:spPr>
          <a:xfrm>
            <a:off x="0" y="-8150"/>
            <a:ext cx="9144003" cy="5143501"/>
          </a:xfrm>
          <a:prstGeom prst="rect">
            <a:avLst/>
          </a:prstGeom>
          <a:noFill/>
          <a:ln>
            <a:noFill/>
          </a:ln>
        </p:spPr>
      </p:pic>
      <p:sp>
        <p:nvSpPr>
          <p:cNvPr id="291" name="Google Shape;291;p37"/>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92" name="Google Shape;292;p37"/>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3" name="Google Shape;293;p37"/>
          <p:cNvSpPr txBox="1"/>
          <p:nvPr>
            <p:ph idx="2"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294" name="Google Shape;294;p37"/>
          <p:cNvSpPr txBox="1"/>
          <p:nvPr>
            <p:ph type="title"/>
          </p:nvPr>
        </p:nvSpPr>
        <p:spPr>
          <a:xfrm>
            <a:off x="1128900" y="1430400"/>
            <a:ext cx="6886200" cy="2282700"/>
          </a:xfrm>
          <a:prstGeom prst="rect">
            <a:avLst/>
          </a:prstGeom>
        </p:spPr>
        <p:txBody>
          <a:bodyPr anchorCtr="0" anchor="ctr" bIns="0" lIns="0" spcFirstLastPara="1" rIns="0" wrap="square" tIns="0">
            <a:noAutofit/>
          </a:bodyPr>
          <a:lstStyle>
            <a:lvl1pPr lvl="0" algn="ctr">
              <a:spcBef>
                <a:spcPts val="0"/>
              </a:spcBef>
              <a:spcAft>
                <a:spcPts val="0"/>
              </a:spcAft>
              <a:buNone/>
              <a:defRPr sz="2800"/>
            </a:lvl1pPr>
            <a:lvl2pPr lvl="1" algn="ctr">
              <a:lnSpc>
                <a:spcPct val="115000"/>
              </a:lnSpc>
              <a:spcBef>
                <a:spcPts val="0"/>
              </a:spcBef>
              <a:spcAft>
                <a:spcPts val="0"/>
              </a:spcAft>
              <a:buNone/>
              <a:defRPr/>
            </a:lvl2pPr>
            <a:lvl3pPr lvl="2" algn="ctr">
              <a:lnSpc>
                <a:spcPct val="115000"/>
              </a:lnSpc>
              <a:spcBef>
                <a:spcPts val="0"/>
              </a:spcBef>
              <a:spcAft>
                <a:spcPts val="0"/>
              </a:spcAft>
              <a:buNone/>
              <a:defRPr/>
            </a:lvl3pPr>
            <a:lvl4pPr lvl="3" algn="ctr">
              <a:lnSpc>
                <a:spcPct val="115000"/>
              </a:lnSpc>
              <a:spcBef>
                <a:spcPts val="0"/>
              </a:spcBef>
              <a:spcAft>
                <a:spcPts val="0"/>
              </a:spcAft>
              <a:buNone/>
              <a:defRPr/>
            </a:lvl4pPr>
            <a:lvl5pPr lvl="4" algn="ctr">
              <a:lnSpc>
                <a:spcPct val="115000"/>
              </a:lnSpc>
              <a:spcBef>
                <a:spcPts val="0"/>
              </a:spcBef>
              <a:spcAft>
                <a:spcPts val="0"/>
              </a:spcAft>
              <a:buNone/>
              <a:defRPr/>
            </a:lvl5pPr>
            <a:lvl6pPr lvl="5" algn="ctr">
              <a:lnSpc>
                <a:spcPct val="115000"/>
              </a:lnSpc>
              <a:spcBef>
                <a:spcPts val="0"/>
              </a:spcBef>
              <a:spcAft>
                <a:spcPts val="0"/>
              </a:spcAft>
              <a:buNone/>
              <a:defRPr/>
            </a:lvl6pPr>
            <a:lvl7pPr lvl="6" algn="ctr">
              <a:lnSpc>
                <a:spcPct val="115000"/>
              </a:lnSpc>
              <a:spcBef>
                <a:spcPts val="0"/>
              </a:spcBef>
              <a:spcAft>
                <a:spcPts val="0"/>
              </a:spcAft>
              <a:buNone/>
              <a:defRPr/>
            </a:lvl7pPr>
            <a:lvl8pPr lvl="7" algn="ctr">
              <a:lnSpc>
                <a:spcPct val="115000"/>
              </a:lnSpc>
              <a:spcBef>
                <a:spcPts val="0"/>
              </a:spcBef>
              <a:spcAft>
                <a:spcPts val="0"/>
              </a:spcAft>
              <a:buNone/>
              <a:defRPr/>
            </a:lvl8pPr>
            <a:lvl9pPr lvl="8" algn="ctr">
              <a:lnSpc>
                <a:spcPct val="115000"/>
              </a:lnSpc>
              <a:spcBef>
                <a:spcPts val="0"/>
              </a:spcBef>
              <a:spcAft>
                <a:spcPts val="0"/>
              </a:spcAft>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overview - Six modules">
  <p:cSld name="CUSTOM_3">
    <p:bg>
      <p:bgPr>
        <a:solidFill>
          <a:schemeClr val="lt1"/>
        </a:solidFill>
      </p:bgPr>
    </p:bg>
    <p:spTree>
      <p:nvGrpSpPr>
        <p:cNvPr id="295" name="Shape 295"/>
        <p:cNvGrpSpPr/>
        <p:nvPr/>
      </p:nvGrpSpPr>
      <p:grpSpPr>
        <a:xfrm>
          <a:off x="0" y="0"/>
          <a:ext cx="0" cy="0"/>
          <a:chOff x="0" y="0"/>
          <a:chExt cx="0" cy="0"/>
        </a:xfrm>
      </p:grpSpPr>
      <p:cxnSp>
        <p:nvCxnSpPr>
          <p:cNvPr id="296" name="Google Shape;296;p38"/>
          <p:cNvCxnSpPr/>
          <p:nvPr/>
        </p:nvCxnSpPr>
        <p:spPr>
          <a:xfrm>
            <a:off x="6096087" y="1794800"/>
            <a:ext cx="0" cy="2755200"/>
          </a:xfrm>
          <a:prstGeom prst="straightConnector1">
            <a:avLst/>
          </a:prstGeom>
          <a:noFill/>
          <a:ln cap="flat" cmpd="sng" w="19050">
            <a:solidFill>
              <a:schemeClr val="lt1"/>
            </a:solidFill>
            <a:prstDash val="solid"/>
            <a:round/>
            <a:headEnd len="med" w="med" type="none"/>
            <a:tailEnd len="med" w="med" type="none"/>
          </a:ln>
        </p:spPr>
      </p:cxnSp>
      <p:cxnSp>
        <p:nvCxnSpPr>
          <p:cNvPr id="297" name="Google Shape;297;p38"/>
          <p:cNvCxnSpPr/>
          <p:nvPr/>
        </p:nvCxnSpPr>
        <p:spPr>
          <a:xfrm>
            <a:off x="3048087" y="1794800"/>
            <a:ext cx="0" cy="2755200"/>
          </a:xfrm>
          <a:prstGeom prst="straightConnector1">
            <a:avLst/>
          </a:prstGeom>
          <a:noFill/>
          <a:ln cap="flat" cmpd="sng" w="19050">
            <a:solidFill>
              <a:schemeClr val="lt1"/>
            </a:solidFill>
            <a:prstDash val="solid"/>
            <a:round/>
            <a:headEnd len="med" w="med" type="none"/>
            <a:tailEnd len="med" w="med" type="none"/>
          </a:ln>
        </p:spPr>
      </p:cxnSp>
      <p:cxnSp>
        <p:nvCxnSpPr>
          <p:cNvPr id="298" name="Google Shape;298;p38"/>
          <p:cNvCxnSpPr/>
          <p:nvPr/>
        </p:nvCxnSpPr>
        <p:spPr>
          <a:xfrm>
            <a:off x="50" y="3174279"/>
            <a:ext cx="9144000" cy="0"/>
          </a:xfrm>
          <a:prstGeom prst="straightConnector1">
            <a:avLst/>
          </a:prstGeom>
          <a:noFill/>
          <a:ln cap="flat" cmpd="sng" w="19050">
            <a:solidFill>
              <a:schemeClr val="lt1"/>
            </a:solidFill>
            <a:prstDash val="solid"/>
            <a:round/>
            <a:headEnd len="med" w="med" type="none"/>
            <a:tailEnd len="med" w="med" type="none"/>
          </a:ln>
        </p:spPr>
      </p:cxnSp>
      <p:sp>
        <p:nvSpPr>
          <p:cNvPr id="299" name="Google Shape;299;p38"/>
          <p:cNvSpPr txBox="1"/>
          <p:nvPr>
            <p:ph idx="1" type="subTitle"/>
          </p:nvPr>
        </p:nvSpPr>
        <p:spPr>
          <a:xfrm>
            <a:off x="363200" y="2516650"/>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300" name="Google Shape;300;p38"/>
          <p:cNvSpPr txBox="1"/>
          <p:nvPr>
            <p:ph idx="2" type="subTitle"/>
          </p:nvPr>
        </p:nvSpPr>
        <p:spPr>
          <a:xfrm>
            <a:off x="361975" y="2227250"/>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301" name="Google Shape;301;p38"/>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02" name="Google Shape;302;p38"/>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303" name="Google Shape;303;p38"/>
          <p:cNvSpPr txBox="1"/>
          <p:nvPr>
            <p:ph type="title"/>
          </p:nvPr>
        </p:nvSpPr>
        <p:spPr>
          <a:xfrm>
            <a:off x="361975" y="962092"/>
            <a:ext cx="57186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defRPr>
            </a:lvl1pPr>
            <a:lvl2pPr lvl="1">
              <a:lnSpc>
                <a:spcPct val="90000"/>
              </a:lnSpc>
              <a:spcBef>
                <a:spcPts val="0"/>
              </a:spcBef>
              <a:spcAft>
                <a:spcPts val="0"/>
              </a:spcAft>
              <a:buNone/>
              <a:defRPr sz="3600">
                <a:solidFill>
                  <a:schemeClr val="dk1"/>
                </a:solidFill>
              </a:defRPr>
            </a:lvl2pPr>
            <a:lvl3pPr lvl="2">
              <a:lnSpc>
                <a:spcPct val="90000"/>
              </a:lnSpc>
              <a:spcBef>
                <a:spcPts val="0"/>
              </a:spcBef>
              <a:spcAft>
                <a:spcPts val="0"/>
              </a:spcAft>
              <a:buNone/>
              <a:defRPr sz="3600">
                <a:solidFill>
                  <a:schemeClr val="dk1"/>
                </a:solidFill>
              </a:defRPr>
            </a:lvl3pPr>
            <a:lvl4pPr lvl="3">
              <a:lnSpc>
                <a:spcPct val="90000"/>
              </a:lnSpc>
              <a:spcBef>
                <a:spcPts val="0"/>
              </a:spcBef>
              <a:spcAft>
                <a:spcPts val="0"/>
              </a:spcAft>
              <a:buNone/>
              <a:defRPr sz="3600">
                <a:solidFill>
                  <a:schemeClr val="dk1"/>
                </a:solidFill>
              </a:defRPr>
            </a:lvl4pPr>
            <a:lvl5pPr lvl="4">
              <a:lnSpc>
                <a:spcPct val="90000"/>
              </a:lnSpc>
              <a:spcBef>
                <a:spcPts val="0"/>
              </a:spcBef>
              <a:spcAft>
                <a:spcPts val="0"/>
              </a:spcAft>
              <a:buNone/>
              <a:defRPr sz="3600">
                <a:solidFill>
                  <a:schemeClr val="dk1"/>
                </a:solidFill>
              </a:defRPr>
            </a:lvl5pPr>
            <a:lvl6pPr lvl="5">
              <a:lnSpc>
                <a:spcPct val="90000"/>
              </a:lnSpc>
              <a:spcBef>
                <a:spcPts val="0"/>
              </a:spcBef>
              <a:spcAft>
                <a:spcPts val="0"/>
              </a:spcAft>
              <a:buNone/>
              <a:defRPr sz="3600">
                <a:solidFill>
                  <a:schemeClr val="dk1"/>
                </a:solidFill>
              </a:defRPr>
            </a:lvl6pPr>
            <a:lvl7pPr lvl="6">
              <a:lnSpc>
                <a:spcPct val="90000"/>
              </a:lnSpc>
              <a:spcBef>
                <a:spcPts val="0"/>
              </a:spcBef>
              <a:spcAft>
                <a:spcPts val="0"/>
              </a:spcAft>
              <a:buNone/>
              <a:defRPr sz="3600">
                <a:solidFill>
                  <a:schemeClr val="dk1"/>
                </a:solidFill>
              </a:defRPr>
            </a:lvl7pPr>
            <a:lvl8pPr lvl="7">
              <a:lnSpc>
                <a:spcPct val="90000"/>
              </a:lnSpc>
              <a:spcBef>
                <a:spcPts val="0"/>
              </a:spcBef>
              <a:spcAft>
                <a:spcPts val="0"/>
              </a:spcAft>
              <a:buNone/>
              <a:defRPr sz="3600">
                <a:solidFill>
                  <a:schemeClr val="dk1"/>
                </a:solidFill>
              </a:defRPr>
            </a:lvl8pPr>
            <a:lvl9pPr lvl="8">
              <a:lnSpc>
                <a:spcPct val="90000"/>
              </a:lnSpc>
              <a:spcBef>
                <a:spcPts val="0"/>
              </a:spcBef>
              <a:spcAft>
                <a:spcPts val="0"/>
              </a:spcAft>
              <a:buNone/>
              <a:defRPr sz="3600">
                <a:solidFill>
                  <a:schemeClr val="dk1"/>
                </a:solidFill>
              </a:defRPr>
            </a:lvl9pPr>
          </a:lstStyle>
          <a:p/>
        </p:txBody>
      </p:sp>
      <p:sp>
        <p:nvSpPr>
          <p:cNvPr id="304" name="Google Shape;304;p38"/>
          <p:cNvSpPr txBox="1"/>
          <p:nvPr>
            <p:ph idx="4" type="subTitle"/>
          </p:nvPr>
        </p:nvSpPr>
        <p:spPr>
          <a:xfrm>
            <a:off x="3411825" y="2516650"/>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305" name="Google Shape;305;p38"/>
          <p:cNvSpPr txBox="1"/>
          <p:nvPr>
            <p:ph idx="5" type="subTitle"/>
          </p:nvPr>
        </p:nvSpPr>
        <p:spPr>
          <a:xfrm>
            <a:off x="3410600" y="2227250"/>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306" name="Google Shape;306;p38"/>
          <p:cNvSpPr txBox="1"/>
          <p:nvPr>
            <p:ph idx="6" type="subTitle"/>
          </p:nvPr>
        </p:nvSpPr>
        <p:spPr>
          <a:xfrm>
            <a:off x="6460475" y="2516650"/>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307" name="Google Shape;307;p38"/>
          <p:cNvSpPr txBox="1"/>
          <p:nvPr>
            <p:ph idx="7" type="subTitle"/>
          </p:nvPr>
        </p:nvSpPr>
        <p:spPr>
          <a:xfrm>
            <a:off x="6459250" y="2227250"/>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308" name="Google Shape;308;p38"/>
          <p:cNvSpPr txBox="1"/>
          <p:nvPr>
            <p:ph idx="8" type="subTitle"/>
          </p:nvPr>
        </p:nvSpPr>
        <p:spPr>
          <a:xfrm>
            <a:off x="363200" y="3864775"/>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309" name="Google Shape;309;p38"/>
          <p:cNvSpPr txBox="1"/>
          <p:nvPr>
            <p:ph idx="9" type="subTitle"/>
          </p:nvPr>
        </p:nvSpPr>
        <p:spPr>
          <a:xfrm>
            <a:off x="361975" y="3575375"/>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310" name="Google Shape;310;p38"/>
          <p:cNvSpPr txBox="1"/>
          <p:nvPr>
            <p:ph idx="13" type="subTitle"/>
          </p:nvPr>
        </p:nvSpPr>
        <p:spPr>
          <a:xfrm>
            <a:off x="3411825" y="3864775"/>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311" name="Google Shape;311;p38"/>
          <p:cNvSpPr txBox="1"/>
          <p:nvPr>
            <p:ph idx="14" type="subTitle"/>
          </p:nvPr>
        </p:nvSpPr>
        <p:spPr>
          <a:xfrm>
            <a:off x="3410600" y="3575375"/>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312" name="Google Shape;312;p38"/>
          <p:cNvSpPr txBox="1"/>
          <p:nvPr>
            <p:ph idx="15" type="subTitle"/>
          </p:nvPr>
        </p:nvSpPr>
        <p:spPr>
          <a:xfrm>
            <a:off x="6460475" y="3864775"/>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313" name="Google Shape;313;p38"/>
          <p:cNvSpPr txBox="1"/>
          <p:nvPr>
            <p:ph idx="16" type="subTitle"/>
          </p:nvPr>
        </p:nvSpPr>
        <p:spPr>
          <a:xfrm>
            <a:off x="6459250" y="3575375"/>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 Alt 1">
  <p:cSld name="CUSTOM_4">
    <p:spTree>
      <p:nvGrpSpPr>
        <p:cNvPr id="314" name="Shape 314"/>
        <p:cNvGrpSpPr/>
        <p:nvPr/>
      </p:nvGrpSpPr>
      <p:grpSpPr>
        <a:xfrm>
          <a:off x="0" y="0"/>
          <a:ext cx="0" cy="0"/>
          <a:chOff x="0" y="0"/>
          <a:chExt cx="0" cy="0"/>
        </a:xfrm>
      </p:grpSpPr>
      <p:sp>
        <p:nvSpPr>
          <p:cNvPr id="315" name="Google Shape;315;p39"/>
          <p:cNvSpPr txBox="1"/>
          <p:nvPr>
            <p:ph idx="1" type="subTitle"/>
          </p:nvPr>
        </p:nvSpPr>
        <p:spPr>
          <a:xfrm>
            <a:off x="742900" y="2158550"/>
            <a:ext cx="3213000" cy="1386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Font typeface="DM Sans SemiBold"/>
              <a:buNone/>
              <a:defRPr>
                <a:latin typeface="DM Sans SemiBold"/>
                <a:ea typeface="DM Sans SemiBold"/>
                <a:cs typeface="DM Sans SemiBold"/>
                <a:sym typeface="DM Sans SemiBold"/>
              </a:defRPr>
            </a:lvl2pPr>
            <a:lvl3pPr lvl="2">
              <a:spcBef>
                <a:spcPts val="0"/>
              </a:spcBef>
              <a:spcAft>
                <a:spcPts val="0"/>
              </a:spcAft>
              <a:buSzPts val="1400"/>
              <a:buFont typeface="DM Sans SemiBold"/>
              <a:buNone/>
              <a:defRPr>
                <a:latin typeface="DM Sans SemiBold"/>
                <a:ea typeface="DM Sans SemiBold"/>
                <a:cs typeface="DM Sans SemiBold"/>
                <a:sym typeface="DM Sans SemiBold"/>
              </a:defRPr>
            </a:lvl3pPr>
            <a:lvl4pPr lvl="3">
              <a:spcBef>
                <a:spcPts val="0"/>
              </a:spcBef>
              <a:spcAft>
                <a:spcPts val="0"/>
              </a:spcAft>
              <a:buSzPts val="1400"/>
              <a:buFont typeface="DM Sans SemiBold"/>
              <a:buNone/>
              <a:defRPr>
                <a:latin typeface="DM Sans SemiBold"/>
                <a:ea typeface="DM Sans SemiBold"/>
                <a:cs typeface="DM Sans SemiBold"/>
                <a:sym typeface="DM Sans SemiBold"/>
              </a:defRPr>
            </a:lvl4pPr>
            <a:lvl5pPr lvl="4">
              <a:spcBef>
                <a:spcPts val="0"/>
              </a:spcBef>
              <a:spcAft>
                <a:spcPts val="0"/>
              </a:spcAft>
              <a:buSzPts val="1400"/>
              <a:buFont typeface="DM Sans SemiBold"/>
              <a:buNone/>
              <a:defRPr>
                <a:latin typeface="DM Sans SemiBold"/>
                <a:ea typeface="DM Sans SemiBold"/>
                <a:cs typeface="DM Sans SemiBold"/>
                <a:sym typeface="DM Sans SemiBold"/>
              </a:defRPr>
            </a:lvl5pPr>
            <a:lvl6pPr lvl="5">
              <a:spcBef>
                <a:spcPts val="0"/>
              </a:spcBef>
              <a:spcAft>
                <a:spcPts val="0"/>
              </a:spcAft>
              <a:buSzPts val="1400"/>
              <a:buFont typeface="DM Sans SemiBold"/>
              <a:buNone/>
              <a:defRPr>
                <a:latin typeface="DM Sans SemiBold"/>
                <a:ea typeface="DM Sans SemiBold"/>
                <a:cs typeface="DM Sans SemiBold"/>
                <a:sym typeface="DM Sans SemiBold"/>
              </a:defRPr>
            </a:lvl6pPr>
            <a:lvl7pPr lvl="6">
              <a:spcBef>
                <a:spcPts val="0"/>
              </a:spcBef>
              <a:spcAft>
                <a:spcPts val="0"/>
              </a:spcAft>
              <a:buSzPts val="1400"/>
              <a:buFont typeface="DM Sans SemiBold"/>
              <a:buNone/>
              <a:defRPr>
                <a:latin typeface="DM Sans SemiBold"/>
                <a:ea typeface="DM Sans SemiBold"/>
                <a:cs typeface="DM Sans SemiBold"/>
                <a:sym typeface="DM Sans SemiBold"/>
              </a:defRPr>
            </a:lvl7pPr>
            <a:lvl8pPr lvl="7">
              <a:spcBef>
                <a:spcPts val="0"/>
              </a:spcBef>
              <a:spcAft>
                <a:spcPts val="0"/>
              </a:spcAft>
              <a:buSzPts val="1400"/>
              <a:buFont typeface="DM Sans SemiBold"/>
              <a:buNone/>
              <a:defRPr>
                <a:latin typeface="DM Sans SemiBold"/>
                <a:ea typeface="DM Sans SemiBold"/>
                <a:cs typeface="DM Sans SemiBold"/>
                <a:sym typeface="DM Sans SemiBold"/>
              </a:defRPr>
            </a:lvl8pPr>
            <a:lvl9pPr lvl="8">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316" name="Google Shape;316;p39"/>
          <p:cNvSpPr txBox="1"/>
          <p:nvPr>
            <p:ph idx="2" type="body"/>
          </p:nvPr>
        </p:nvSpPr>
        <p:spPr>
          <a:xfrm>
            <a:off x="742900" y="2381875"/>
            <a:ext cx="3213000" cy="461700"/>
          </a:xfrm>
          <a:prstGeom prst="rect">
            <a:avLst/>
          </a:prstGeom>
          <a:noFill/>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317" name="Google Shape;317;p39"/>
          <p:cNvSpPr/>
          <p:nvPr>
            <p:ph idx="3" type="pic"/>
          </p:nvPr>
        </p:nvSpPr>
        <p:spPr>
          <a:xfrm>
            <a:off x="5402575" y="0"/>
            <a:ext cx="3739800" cy="3129600"/>
          </a:xfrm>
          <a:prstGeom prst="rect">
            <a:avLst/>
          </a:prstGeom>
          <a:noFill/>
          <a:ln cap="flat" cmpd="sng" w="9525">
            <a:solidFill>
              <a:schemeClr val="accent6"/>
            </a:solidFill>
            <a:prstDash val="solid"/>
            <a:round/>
            <a:headEnd len="sm" w="sm" type="none"/>
            <a:tailEnd len="sm" w="sm" type="none"/>
          </a:ln>
        </p:spPr>
      </p:sp>
      <p:sp>
        <p:nvSpPr>
          <p:cNvPr id="318" name="Google Shape;318;p39"/>
          <p:cNvSpPr txBox="1"/>
          <p:nvPr>
            <p:ph type="title"/>
          </p:nvPr>
        </p:nvSpPr>
        <p:spPr>
          <a:xfrm>
            <a:off x="361975" y="988550"/>
            <a:ext cx="4297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319" name="Google Shape;319;p39"/>
          <p:cNvSpPr txBox="1"/>
          <p:nvPr>
            <p:ph idx="4" type="subTitle"/>
          </p:nvPr>
        </p:nvSpPr>
        <p:spPr>
          <a:xfrm>
            <a:off x="361975" y="732775"/>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0" name="Google Shape;320;p39"/>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21" name="Google Shape;321;p39"/>
          <p:cNvSpPr txBox="1"/>
          <p:nvPr>
            <p:ph idx="5"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2" name="Google Shape;322;p39"/>
          <p:cNvSpPr txBox="1"/>
          <p:nvPr>
            <p:ph idx="6" type="subTitle"/>
          </p:nvPr>
        </p:nvSpPr>
        <p:spPr>
          <a:xfrm>
            <a:off x="5785175" y="3335324"/>
            <a:ext cx="2991600" cy="277200"/>
          </a:xfrm>
          <a:prstGeom prst="rect">
            <a:avLst/>
          </a:prstGeom>
        </p:spPr>
        <p:txBody>
          <a:bodyPr anchorCtr="0" anchor="t" bIns="0" lIns="0" spcFirstLastPara="1" rIns="0" wrap="square" tIns="0">
            <a:sp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23" name="Google Shape;323;p39"/>
          <p:cNvSpPr txBox="1"/>
          <p:nvPr>
            <p:ph idx="7" type="subTitle"/>
          </p:nvPr>
        </p:nvSpPr>
        <p:spPr>
          <a:xfrm>
            <a:off x="742900" y="3910855"/>
            <a:ext cx="3213000" cy="138600"/>
          </a:xfrm>
          <a:prstGeom prst="rect">
            <a:avLst/>
          </a:prstGeom>
          <a:noFill/>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Font typeface="DM Sans SemiBold"/>
              <a:buNone/>
              <a:defRPr>
                <a:latin typeface="DM Sans SemiBold"/>
                <a:ea typeface="DM Sans SemiBold"/>
                <a:cs typeface="DM Sans SemiBold"/>
                <a:sym typeface="DM Sans SemiBold"/>
              </a:defRPr>
            </a:lvl2pPr>
            <a:lvl3pPr lvl="2">
              <a:spcBef>
                <a:spcPts val="0"/>
              </a:spcBef>
              <a:spcAft>
                <a:spcPts val="0"/>
              </a:spcAft>
              <a:buSzPts val="1400"/>
              <a:buFont typeface="DM Sans SemiBold"/>
              <a:buNone/>
              <a:defRPr>
                <a:latin typeface="DM Sans SemiBold"/>
                <a:ea typeface="DM Sans SemiBold"/>
                <a:cs typeface="DM Sans SemiBold"/>
                <a:sym typeface="DM Sans SemiBold"/>
              </a:defRPr>
            </a:lvl3pPr>
            <a:lvl4pPr lvl="3">
              <a:spcBef>
                <a:spcPts val="0"/>
              </a:spcBef>
              <a:spcAft>
                <a:spcPts val="0"/>
              </a:spcAft>
              <a:buSzPts val="1400"/>
              <a:buFont typeface="DM Sans SemiBold"/>
              <a:buNone/>
              <a:defRPr>
                <a:latin typeface="DM Sans SemiBold"/>
                <a:ea typeface="DM Sans SemiBold"/>
                <a:cs typeface="DM Sans SemiBold"/>
                <a:sym typeface="DM Sans SemiBold"/>
              </a:defRPr>
            </a:lvl4pPr>
            <a:lvl5pPr lvl="4">
              <a:spcBef>
                <a:spcPts val="0"/>
              </a:spcBef>
              <a:spcAft>
                <a:spcPts val="0"/>
              </a:spcAft>
              <a:buSzPts val="1400"/>
              <a:buFont typeface="DM Sans SemiBold"/>
              <a:buNone/>
              <a:defRPr>
                <a:latin typeface="DM Sans SemiBold"/>
                <a:ea typeface="DM Sans SemiBold"/>
                <a:cs typeface="DM Sans SemiBold"/>
                <a:sym typeface="DM Sans SemiBold"/>
              </a:defRPr>
            </a:lvl5pPr>
            <a:lvl6pPr lvl="5">
              <a:spcBef>
                <a:spcPts val="0"/>
              </a:spcBef>
              <a:spcAft>
                <a:spcPts val="0"/>
              </a:spcAft>
              <a:buSzPts val="1400"/>
              <a:buFont typeface="DM Sans SemiBold"/>
              <a:buNone/>
              <a:defRPr>
                <a:latin typeface="DM Sans SemiBold"/>
                <a:ea typeface="DM Sans SemiBold"/>
                <a:cs typeface="DM Sans SemiBold"/>
                <a:sym typeface="DM Sans SemiBold"/>
              </a:defRPr>
            </a:lvl6pPr>
            <a:lvl7pPr lvl="6">
              <a:spcBef>
                <a:spcPts val="0"/>
              </a:spcBef>
              <a:spcAft>
                <a:spcPts val="0"/>
              </a:spcAft>
              <a:buSzPts val="1400"/>
              <a:buFont typeface="DM Sans SemiBold"/>
              <a:buNone/>
              <a:defRPr>
                <a:latin typeface="DM Sans SemiBold"/>
                <a:ea typeface="DM Sans SemiBold"/>
                <a:cs typeface="DM Sans SemiBold"/>
                <a:sym typeface="DM Sans SemiBold"/>
              </a:defRPr>
            </a:lvl7pPr>
            <a:lvl8pPr lvl="7">
              <a:spcBef>
                <a:spcPts val="0"/>
              </a:spcBef>
              <a:spcAft>
                <a:spcPts val="0"/>
              </a:spcAft>
              <a:buSzPts val="1400"/>
              <a:buFont typeface="DM Sans SemiBold"/>
              <a:buNone/>
              <a:defRPr>
                <a:latin typeface="DM Sans SemiBold"/>
                <a:ea typeface="DM Sans SemiBold"/>
                <a:cs typeface="DM Sans SemiBold"/>
                <a:sym typeface="DM Sans SemiBold"/>
              </a:defRPr>
            </a:lvl8pPr>
            <a:lvl9pPr lvl="8">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324" name="Google Shape;324;p39"/>
          <p:cNvSpPr txBox="1"/>
          <p:nvPr>
            <p:ph idx="8" type="body"/>
          </p:nvPr>
        </p:nvSpPr>
        <p:spPr>
          <a:xfrm>
            <a:off x="742900" y="4134180"/>
            <a:ext cx="3213000" cy="461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325" name="Google Shape;325;p39"/>
          <p:cNvSpPr txBox="1"/>
          <p:nvPr>
            <p:ph idx="9" type="subTitle"/>
          </p:nvPr>
        </p:nvSpPr>
        <p:spPr>
          <a:xfrm>
            <a:off x="742900" y="3050778"/>
            <a:ext cx="3213000" cy="138600"/>
          </a:xfrm>
          <a:prstGeom prst="rect">
            <a:avLst/>
          </a:prstGeom>
          <a:noFill/>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Font typeface="DM Sans SemiBold"/>
              <a:buNone/>
              <a:defRPr>
                <a:latin typeface="DM Sans SemiBold"/>
                <a:ea typeface="DM Sans SemiBold"/>
                <a:cs typeface="DM Sans SemiBold"/>
                <a:sym typeface="DM Sans SemiBold"/>
              </a:defRPr>
            </a:lvl2pPr>
            <a:lvl3pPr lvl="2">
              <a:spcBef>
                <a:spcPts val="0"/>
              </a:spcBef>
              <a:spcAft>
                <a:spcPts val="0"/>
              </a:spcAft>
              <a:buSzPts val="1400"/>
              <a:buFont typeface="DM Sans SemiBold"/>
              <a:buNone/>
              <a:defRPr>
                <a:latin typeface="DM Sans SemiBold"/>
                <a:ea typeface="DM Sans SemiBold"/>
                <a:cs typeface="DM Sans SemiBold"/>
                <a:sym typeface="DM Sans SemiBold"/>
              </a:defRPr>
            </a:lvl3pPr>
            <a:lvl4pPr lvl="3">
              <a:spcBef>
                <a:spcPts val="0"/>
              </a:spcBef>
              <a:spcAft>
                <a:spcPts val="0"/>
              </a:spcAft>
              <a:buSzPts val="1400"/>
              <a:buFont typeface="DM Sans SemiBold"/>
              <a:buNone/>
              <a:defRPr>
                <a:latin typeface="DM Sans SemiBold"/>
                <a:ea typeface="DM Sans SemiBold"/>
                <a:cs typeface="DM Sans SemiBold"/>
                <a:sym typeface="DM Sans SemiBold"/>
              </a:defRPr>
            </a:lvl4pPr>
            <a:lvl5pPr lvl="4">
              <a:spcBef>
                <a:spcPts val="0"/>
              </a:spcBef>
              <a:spcAft>
                <a:spcPts val="0"/>
              </a:spcAft>
              <a:buSzPts val="1400"/>
              <a:buFont typeface="DM Sans SemiBold"/>
              <a:buNone/>
              <a:defRPr>
                <a:latin typeface="DM Sans SemiBold"/>
                <a:ea typeface="DM Sans SemiBold"/>
                <a:cs typeface="DM Sans SemiBold"/>
                <a:sym typeface="DM Sans SemiBold"/>
              </a:defRPr>
            </a:lvl5pPr>
            <a:lvl6pPr lvl="5">
              <a:spcBef>
                <a:spcPts val="0"/>
              </a:spcBef>
              <a:spcAft>
                <a:spcPts val="0"/>
              </a:spcAft>
              <a:buSzPts val="1400"/>
              <a:buFont typeface="DM Sans SemiBold"/>
              <a:buNone/>
              <a:defRPr>
                <a:latin typeface="DM Sans SemiBold"/>
                <a:ea typeface="DM Sans SemiBold"/>
                <a:cs typeface="DM Sans SemiBold"/>
                <a:sym typeface="DM Sans SemiBold"/>
              </a:defRPr>
            </a:lvl6pPr>
            <a:lvl7pPr lvl="6">
              <a:spcBef>
                <a:spcPts val="0"/>
              </a:spcBef>
              <a:spcAft>
                <a:spcPts val="0"/>
              </a:spcAft>
              <a:buSzPts val="1400"/>
              <a:buFont typeface="DM Sans SemiBold"/>
              <a:buNone/>
              <a:defRPr>
                <a:latin typeface="DM Sans SemiBold"/>
                <a:ea typeface="DM Sans SemiBold"/>
                <a:cs typeface="DM Sans SemiBold"/>
                <a:sym typeface="DM Sans SemiBold"/>
              </a:defRPr>
            </a:lvl7pPr>
            <a:lvl8pPr lvl="7">
              <a:spcBef>
                <a:spcPts val="0"/>
              </a:spcBef>
              <a:spcAft>
                <a:spcPts val="0"/>
              </a:spcAft>
              <a:buSzPts val="1400"/>
              <a:buFont typeface="DM Sans SemiBold"/>
              <a:buNone/>
              <a:defRPr>
                <a:latin typeface="DM Sans SemiBold"/>
                <a:ea typeface="DM Sans SemiBold"/>
                <a:cs typeface="DM Sans SemiBold"/>
                <a:sym typeface="DM Sans SemiBold"/>
              </a:defRPr>
            </a:lvl8pPr>
            <a:lvl9pPr lvl="8">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326" name="Google Shape;326;p39"/>
          <p:cNvSpPr txBox="1"/>
          <p:nvPr>
            <p:ph idx="13" type="body"/>
          </p:nvPr>
        </p:nvSpPr>
        <p:spPr>
          <a:xfrm>
            <a:off x="742900" y="3274103"/>
            <a:ext cx="3213000" cy="461700"/>
          </a:xfrm>
          <a:prstGeom prst="rect">
            <a:avLst/>
          </a:prstGeom>
          <a:noFill/>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327" name="Google Shape;327;p39"/>
          <p:cNvSpPr txBox="1"/>
          <p:nvPr>
            <p:ph idx="14" type="body"/>
          </p:nvPr>
        </p:nvSpPr>
        <p:spPr>
          <a:xfrm>
            <a:off x="5785175" y="4134175"/>
            <a:ext cx="2991600" cy="461700"/>
          </a:xfrm>
          <a:prstGeom prst="rect">
            <a:avLst/>
          </a:prstGeom>
        </p:spPr>
        <p:txBody>
          <a:bodyPr anchorCtr="0" anchor="b" bIns="0" lIns="0" spcFirstLastPara="1" rIns="0" wrap="square" tIns="0">
            <a:noAutofit/>
          </a:bodyPr>
          <a:lstStyle>
            <a:lvl1pPr indent="-292100" lvl="0" marL="457200">
              <a:spcBef>
                <a:spcPts val="0"/>
              </a:spcBef>
              <a:spcAft>
                <a:spcPts val="0"/>
              </a:spcAft>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 Alt 2">
  <p:cSld name="CUSTOM_4_1">
    <p:spTree>
      <p:nvGrpSpPr>
        <p:cNvPr id="328" name="Shape 328"/>
        <p:cNvGrpSpPr/>
        <p:nvPr/>
      </p:nvGrpSpPr>
      <p:grpSpPr>
        <a:xfrm>
          <a:off x="0" y="0"/>
          <a:ext cx="0" cy="0"/>
          <a:chOff x="0" y="0"/>
          <a:chExt cx="0" cy="0"/>
        </a:xfrm>
      </p:grpSpPr>
      <p:sp>
        <p:nvSpPr>
          <p:cNvPr id="329" name="Google Shape;329;p40"/>
          <p:cNvSpPr/>
          <p:nvPr>
            <p:ph idx="2" type="pic"/>
          </p:nvPr>
        </p:nvSpPr>
        <p:spPr>
          <a:xfrm>
            <a:off x="75" y="0"/>
            <a:ext cx="2853300" cy="2436600"/>
          </a:xfrm>
          <a:prstGeom prst="rect">
            <a:avLst/>
          </a:prstGeom>
          <a:noFill/>
          <a:ln>
            <a:noFill/>
          </a:ln>
        </p:spPr>
      </p:sp>
      <p:sp>
        <p:nvSpPr>
          <p:cNvPr id="330" name="Google Shape;330;p40"/>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31" name="Google Shape;331;p40"/>
          <p:cNvSpPr txBox="1"/>
          <p:nvPr>
            <p:ph idx="1" type="subTitle"/>
          </p:nvPr>
        </p:nvSpPr>
        <p:spPr>
          <a:xfrm>
            <a:off x="361975" y="2614325"/>
            <a:ext cx="2061600" cy="277200"/>
          </a:xfrm>
          <a:prstGeom prst="rect">
            <a:avLst/>
          </a:prstGeom>
        </p:spPr>
        <p:txBody>
          <a:bodyPr anchorCtr="0" anchor="t" bIns="0" lIns="0" spcFirstLastPara="1" rIns="0" wrap="square" tIns="0">
            <a:sp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Four members">
  <p:cSld name="CUSTOM_5">
    <p:bg>
      <p:bgPr>
        <a:solidFill>
          <a:schemeClr val="lt1"/>
        </a:solidFill>
      </p:bgPr>
    </p:bg>
    <p:spTree>
      <p:nvGrpSpPr>
        <p:cNvPr id="332" name="Shape 332"/>
        <p:cNvGrpSpPr/>
        <p:nvPr/>
      </p:nvGrpSpPr>
      <p:grpSpPr>
        <a:xfrm>
          <a:off x="0" y="0"/>
          <a:ext cx="0" cy="0"/>
          <a:chOff x="0" y="0"/>
          <a:chExt cx="0" cy="0"/>
        </a:xfrm>
      </p:grpSpPr>
      <p:sp>
        <p:nvSpPr>
          <p:cNvPr id="333" name="Google Shape;333;p41"/>
          <p:cNvSpPr txBox="1"/>
          <p:nvPr>
            <p:ph idx="1" type="body"/>
          </p:nvPr>
        </p:nvSpPr>
        <p:spPr>
          <a:xfrm>
            <a:off x="352800"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334" name="Google Shape;334;p41"/>
          <p:cNvSpPr txBox="1"/>
          <p:nvPr>
            <p:ph idx="2" type="body"/>
          </p:nvPr>
        </p:nvSpPr>
        <p:spPr>
          <a:xfrm>
            <a:off x="7187875"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335" name="Google Shape;335;p41"/>
          <p:cNvSpPr txBox="1"/>
          <p:nvPr>
            <p:ph idx="3" type="body"/>
          </p:nvPr>
        </p:nvSpPr>
        <p:spPr>
          <a:xfrm>
            <a:off x="4924400"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336" name="Google Shape;336;p41"/>
          <p:cNvSpPr txBox="1"/>
          <p:nvPr>
            <p:ph idx="4" type="body"/>
          </p:nvPr>
        </p:nvSpPr>
        <p:spPr>
          <a:xfrm>
            <a:off x="2643063"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337" name="Google Shape;337;p41"/>
          <p:cNvSpPr/>
          <p:nvPr>
            <p:ph idx="5" type="pic"/>
          </p:nvPr>
        </p:nvSpPr>
        <p:spPr>
          <a:xfrm>
            <a:off x="2941550" y="1923334"/>
            <a:ext cx="991800" cy="991800"/>
          </a:xfrm>
          <a:prstGeom prst="rect">
            <a:avLst/>
          </a:prstGeom>
          <a:noFill/>
          <a:ln>
            <a:noFill/>
          </a:ln>
        </p:spPr>
      </p:sp>
      <p:sp>
        <p:nvSpPr>
          <p:cNvPr id="338" name="Google Shape;338;p41"/>
          <p:cNvSpPr/>
          <p:nvPr>
            <p:ph idx="6" type="pic"/>
          </p:nvPr>
        </p:nvSpPr>
        <p:spPr>
          <a:xfrm>
            <a:off x="5227063" y="1923334"/>
            <a:ext cx="991800" cy="991800"/>
          </a:xfrm>
          <a:prstGeom prst="rect">
            <a:avLst/>
          </a:prstGeom>
          <a:noFill/>
          <a:ln>
            <a:noFill/>
          </a:ln>
        </p:spPr>
      </p:sp>
      <p:sp>
        <p:nvSpPr>
          <p:cNvPr id="339" name="Google Shape;339;p41"/>
          <p:cNvSpPr/>
          <p:nvPr>
            <p:ph idx="7" type="pic"/>
          </p:nvPr>
        </p:nvSpPr>
        <p:spPr>
          <a:xfrm>
            <a:off x="7495263" y="1923334"/>
            <a:ext cx="991800" cy="991800"/>
          </a:xfrm>
          <a:prstGeom prst="rect">
            <a:avLst/>
          </a:prstGeom>
          <a:noFill/>
          <a:ln>
            <a:noFill/>
          </a:ln>
        </p:spPr>
      </p:sp>
      <p:cxnSp>
        <p:nvCxnSpPr>
          <p:cNvPr id="340" name="Google Shape;340;p41"/>
          <p:cNvCxnSpPr/>
          <p:nvPr/>
        </p:nvCxnSpPr>
        <p:spPr>
          <a:xfrm>
            <a:off x="2286125" y="1801500"/>
            <a:ext cx="0" cy="3342000"/>
          </a:xfrm>
          <a:prstGeom prst="straightConnector1">
            <a:avLst/>
          </a:prstGeom>
          <a:noFill/>
          <a:ln cap="flat" cmpd="sng" w="19050">
            <a:solidFill>
              <a:schemeClr val="lt1"/>
            </a:solidFill>
            <a:prstDash val="solid"/>
            <a:round/>
            <a:headEnd len="med" w="med" type="none"/>
            <a:tailEnd len="med" w="med" type="none"/>
          </a:ln>
        </p:spPr>
      </p:cxnSp>
      <p:cxnSp>
        <p:nvCxnSpPr>
          <p:cNvPr id="341" name="Google Shape;341;p41"/>
          <p:cNvCxnSpPr/>
          <p:nvPr/>
        </p:nvCxnSpPr>
        <p:spPr>
          <a:xfrm>
            <a:off x="4580525" y="1801500"/>
            <a:ext cx="0" cy="3342000"/>
          </a:xfrm>
          <a:prstGeom prst="straightConnector1">
            <a:avLst/>
          </a:prstGeom>
          <a:noFill/>
          <a:ln cap="flat" cmpd="sng" w="19050">
            <a:solidFill>
              <a:schemeClr val="lt1"/>
            </a:solidFill>
            <a:prstDash val="solid"/>
            <a:round/>
            <a:headEnd len="med" w="med" type="none"/>
            <a:tailEnd len="med" w="med" type="none"/>
          </a:ln>
        </p:spPr>
      </p:cxnSp>
      <p:cxnSp>
        <p:nvCxnSpPr>
          <p:cNvPr id="342" name="Google Shape;342;p41"/>
          <p:cNvCxnSpPr/>
          <p:nvPr/>
        </p:nvCxnSpPr>
        <p:spPr>
          <a:xfrm>
            <a:off x="6857075" y="1801500"/>
            <a:ext cx="0" cy="3342000"/>
          </a:xfrm>
          <a:prstGeom prst="straightConnector1">
            <a:avLst/>
          </a:prstGeom>
          <a:noFill/>
          <a:ln cap="flat" cmpd="sng" w="19050">
            <a:solidFill>
              <a:schemeClr val="lt1"/>
            </a:solidFill>
            <a:prstDash val="solid"/>
            <a:round/>
            <a:headEnd len="med" w="med" type="none"/>
            <a:tailEnd len="med" w="med" type="none"/>
          </a:ln>
        </p:spPr>
      </p:cxnSp>
      <p:sp>
        <p:nvSpPr>
          <p:cNvPr id="343" name="Google Shape;343;p41"/>
          <p:cNvSpPr/>
          <p:nvPr>
            <p:ph idx="8" type="pic"/>
          </p:nvPr>
        </p:nvSpPr>
        <p:spPr>
          <a:xfrm>
            <a:off x="651288" y="1923334"/>
            <a:ext cx="991800" cy="991800"/>
          </a:xfrm>
          <a:prstGeom prst="rect">
            <a:avLst/>
          </a:prstGeom>
          <a:noFill/>
          <a:ln>
            <a:noFill/>
          </a:ln>
        </p:spPr>
      </p:sp>
      <p:sp>
        <p:nvSpPr>
          <p:cNvPr id="344" name="Google Shape;344;p41"/>
          <p:cNvSpPr txBox="1"/>
          <p:nvPr>
            <p:ph type="title"/>
          </p:nvPr>
        </p:nvSpPr>
        <p:spPr>
          <a:xfrm>
            <a:off x="361975" y="962092"/>
            <a:ext cx="57186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defRPr>
            </a:lvl1pPr>
            <a:lvl2pPr lvl="1">
              <a:lnSpc>
                <a:spcPct val="90000"/>
              </a:lnSpc>
              <a:spcBef>
                <a:spcPts val="0"/>
              </a:spcBef>
              <a:spcAft>
                <a:spcPts val="0"/>
              </a:spcAft>
              <a:buNone/>
              <a:defRPr sz="3600">
                <a:solidFill>
                  <a:schemeClr val="dk1"/>
                </a:solidFill>
              </a:defRPr>
            </a:lvl2pPr>
            <a:lvl3pPr lvl="2">
              <a:lnSpc>
                <a:spcPct val="90000"/>
              </a:lnSpc>
              <a:spcBef>
                <a:spcPts val="0"/>
              </a:spcBef>
              <a:spcAft>
                <a:spcPts val="0"/>
              </a:spcAft>
              <a:buNone/>
              <a:defRPr sz="3600">
                <a:solidFill>
                  <a:schemeClr val="dk1"/>
                </a:solidFill>
              </a:defRPr>
            </a:lvl3pPr>
            <a:lvl4pPr lvl="3">
              <a:lnSpc>
                <a:spcPct val="90000"/>
              </a:lnSpc>
              <a:spcBef>
                <a:spcPts val="0"/>
              </a:spcBef>
              <a:spcAft>
                <a:spcPts val="0"/>
              </a:spcAft>
              <a:buNone/>
              <a:defRPr sz="3600">
                <a:solidFill>
                  <a:schemeClr val="dk1"/>
                </a:solidFill>
              </a:defRPr>
            </a:lvl4pPr>
            <a:lvl5pPr lvl="4">
              <a:lnSpc>
                <a:spcPct val="90000"/>
              </a:lnSpc>
              <a:spcBef>
                <a:spcPts val="0"/>
              </a:spcBef>
              <a:spcAft>
                <a:spcPts val="0"/>
              </a:spcAft>
              <a:buNone/>
              <a:defRPr sz="3600">
                <a:solidFill>
                  <a:schemeClr val="dk1"/>
                </a:solidFill>
              </a:defRPr>
            </a:lvl5pPr>
            <a:lvl6pPr lvl="5">
              <a:lnSpc>
                <a:spcPct val="90000"/>
              </a:lnSpc>
              <a:spcBef>
                <a:spcPts val="0"/>
              </a:spcBef>
              <a:spcAft>
                <a:spcPts val="0"/>
              </a:spcAft>
              <a:buNone/>
              <a:defRPr sz="3600">
                <a:solidFill>
                  <a:schemeClr val="dk1"/>
                </a:solidFill>
              </a:defRPr>
            </a:lvl6pPr>
            <a:lvl7pPr lvl="6">
              <a:lnSpc>
                <a:spcPct val="90000"/>
              </a:lnSpc>
              <a:spcBef>
                <a:spcPts val="0"/>
              </a:spcBef>
              <a:spcAft>
                <a:spcPts val="0"/>
              </a:spcAft>
              <a:buNone/>
              <a:defRPr sz="3600">
                <a:solidFill>
                  <a:schemeClr val="dk1"/>
                </a:solidFill>
              </a:defRPr>
            </a:lvl7pPr>
            <a:lvl8pPr lvl="7">
              <a:lnSpc>
                <a:spcPct val="90000"/>
              </a:lnSpc>
              <a:spcBef>
                <a:spcPts val="0"/>
              </a:spcBef>
              <a:spcAft>
                <a:spcPts val="0"/>
              </a:spcAft>
              <a:buNone/>
              <a:defRPr sz="3600">
                <a:solidFill>
                  <a:schemeClr val="dk1"/>
                </a:solidFill>
              </a:defRPr>
            </a:lvl8pPr>
            <a:lvl9pPr lvl="8">
              <a:lnSpc>
                <a:spcPct val="90000"/>
              </a:lnSpc>
              <a:spcBef>
                <a:spcPts val="0"/>
              </a:spcBef>
              <a:spcAft>
                <a:spcPts val="0"/>
              </a:spcAft>
              <a:buNone/>
              <a:defRPr sz="3600">
                <a:solidFill>
                  <a:schemeClr val="dk1"/>
                </a:solidFill>
              </a:defRPr>
            </a:lvl9pPr>
          </a:lstStyle>
          <a:p/>
        </p:txBody>
      </p:sp>
      <p:sp>
        <p:nvSpPr>
          <p:cNvPr id="345" name="Google Shape;345;p41"/>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46" name="Google Shape;346;p41"/>
          <p:cNvSpPr txBox="1"/>
          <p:nvPr>
            <p:ph idx="9"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347" name="Google Shape;347;p41"/>
          <p:cNvSpPr txBox="1"/>
          <p:nvPr>
            <p:ph idx="13" type="subTitle"/>
          </p:nvPr>
        </p:nvSpPr>
        <p:spPr>
          <a:xfrm>
            <a:off x="353250"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348" name="Google Shape;348;p41"/>
          <p:cNvSpPr txBox="1"/>
          <p:nvPr>
            <p:ph idx="14" type="subTitle"/>
          </p:nvPr>
        </p:nvSpPr>
        <p:spPr>
          <a:xfrm>
            <a:off x="353250"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349" name="Google Shape;349;p41"/>
          <p:cNvSpPr txBox="1"/>
          <p:nvPr>
            <p:ph idx="15" type="subTitle"/>
          </p:nvPr>
        </p:nvSpPr>
        <p:spPr>
          <a:xfrm>
            <a:off x="353250"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350" name="Google Shape;350;p41"/>
          <p:cNvSpPr txBox="1"/>
          <p:nvPr>
            <p:ph idx="16" type="subTitle"/>
          </p:nvPr>
        </p:nvSpPr>
        <p:spPr>
          <a:xfrm>
            <a:off x="7188325"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351" name="Google Shape;351;p41"/>
          <p:cNvSpPr txBox="1"/>
          <p:nvPr>
            <p:ph idx="17" type="subTitle"/>
          </p:nvPr>
        </p:nvSpPr>
        <p:spPr>
          <a:xfrm>
            <a:off x="7188325"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352" name="Google Shape;352;p41"/>
          <p:cNvSpPr txBox="1"/>
          <p:nvPr>
            <p:ph idx="18" type="subTitle"/>
          </p:nvPr>
        </p:nvSpPr>
        <p:spPr>
          <a:xfrm>
            <a:off x="7188325"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353" name="Google Shape;353;p41"/>
          <p:cNvSpPr txBox="1"/>
          <p:nvPr>
            <p:ph idx="19" type="subTitle"/>
          </p:nvPr>
        </p:nvSpPr>
        <p:spPr>
          <a:xfrm>
            <a:off x="4924850"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354" name="Google Shape;354;p41"/>
          <p:cNvSpPr txBox="1"/>
          <p:nvPr>
            <p:ph idx="20" type="subTitle"/>
          </p:nvPr>
        </p:nvSpPr>
        <p:spPr>
          <a:xfrm>
            <a:off x="4924850"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355" name="Google Shape;355;p41"/>
          <p:cNvSpPr txBox="1"/>
          <p:nvPr>
            <p:ph idx="21" type="subTitle"/>
          </p:nvPr>
        </p:nvSpPr>
        <p:spPr>
          <a:xfrm>
            <a:off x="4924850"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356" name="Google Shape;356;p41"/>
          <p:cNvSpPr txBox="1"/>
          <p:nvPr>
            <p:ph idx="22" type="subTitle"/>
          </p:nvPr>
        </p:nvSpPr>
        <p:spPr>
          <a:xfrm>
            <a:off x="2643513"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357" name="Google Shape;357;p41"/>
          <p:cNvSpPr txBox="1"/>
          <p:nvPr>
            <p:ph idx="23" type="subTitle"/>
          </p:nvPr>
        </p:nvSpPr>
        <p:spPr>
          <a:xfrm>
            <a:off x="2643513"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358" name="Google Shape;358;p41"/>
          <p:cNvSpPr txBox="1"/>
          <p:nvPr>
            <p:ph idx="24" type="subTitle"/>
          </p:nvPr>
        </p:nvSpPr>
        <p:spPr>
          <a:xfrm>
            <a:off x="2643513"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Eight members">
  <p:cSld name="CUSTOM_6">
    <p:spTree>
      <p:nvGrpSpPr>
        <p:cNvPr id="359" name="Shape 359"/>
        <p:cNvGrpSpPr/>
        <p:nvPr/>
      </p:nvGrpSpPr>
      <p:grpSpPr>
        <a:xfrm>
          <a:off x="0" y="0"/>
          <a:ext cx="0" cy="0"/>
          <a:chOff x="0" y="0"/>
          <a:chExt cx="0" cy="0"/>
        </a:xfrm>
      </p:grpSpPr>
      <p:sp>
        <p:nvSpPr>
          <p:cNvPr id="360" name="Google Shape;360;p42"/>
          <p:cNvSpPr txBox="1"/>
          <p:nvPr>
            <p:ph idx="1" type="subTitle"/>
          </p:nvPr>
        </p:nvSpPr>
        <p:spPr>
          <a:xfrm>
            <a:off x="6750600" y="1283963"/>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61" name="Google Shape;361;p42"/>
          <p:cNvSpPr txBox="1"/>
          <p:nvPr>
            <p:ph idx="2" type="subTitle"/>
          </p:nvPr>
        </p:nvSpPr>
        <p:spPr>
          <a:xfrm>
            <a:off x="6750600" y="1054750"/>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62" name="Google Shape;362;p42"/>
          <p:cNvSpPr txBox="1"/>
          <p:nvPr>
            <p:ph idx="3" type="subTitle"/>
          </p:nvPr>
        </p:nvSpPr>
        <p:spPr>
          <a:xfrm>
            <a:off x="6750600" y="1427900"/>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63" name="Google Shape;363;p42"/>
          <p:cNvSpPr/>
          <p:nvPr>
            <p:ph idx="4" type="pic"/>
          </p:nvPr>
        </p:nvSpPr>
        <p:spPr>
          <a:xfrm>
            <a:off x="6080709" y="1066100"/>
            <a:ext cx="530400" cy="530400"/>
          </a:xfrm>
          <a:prstGeom prst="rect">
            <a:avLst/>
          </a:prstGeom>
          <a:noFill/>
          <a:ln>
            <a:noFill/>
          </a:ln>
        </p:spPr>
      </p:sp>
      <p:sp>
        <p:nvSpPr>
          <p:cNvPr id="364" name="Google Shape;364;p42"/>
          <p:cNvSpPr txBox="1"/>
          <p:nvPr>
            <p:ph idx="5" type="subTitle"/>
          </p:nvPr>
        </p:nvSpPr>
        <p:spPr>
          <a:xfrm>
            <a:off x="3824550" y="1283963"/>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65" name="Google Shape;365;p42"/>
          <p:cNvSpPr txBox="1"/>
          <p:nvPr>
            <p:ph idx="6" type="subTitle"/>
          </p:nvPr>
        </p:nvSpPr>
        <p:spPr>
          <a:xfrm>
            <a:off x="3824550" y="1054750"/>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66" name="Google Shape;366;p42"/>
          <p:cNvSpPr txBox="1"/>
          <p:nvPr>
            <p:ph idx="7" type="subTitle"/>
          </p:nvPr>
        </p:nvSpPr>
        <p:spPr>
          <a:xfrm>
            <a:off x="3824550" y="1427900"/>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67" name="Google Shape;367;p42"/>
          <p:cNvSpPr/>
          <p:nvPr>
            <p:ph idx="8" type="pic"/>
          </p:nvPr>
        </p:nvSpPr>
        <p:spPr>
          <a:xfrm>
            <a:off x="3154659" y="1066100"/>
            <a:ext cx="530400" cy="530400"/>
          </a:xfrm>
          <a:prstGeom prst="rect">
            <a:avLst/>
          </a:prstGeom>
          <a:noFill/>
          <a:ln>
            <a:noFill/>
          </a:ln>
        </p:spPr>
      </p:sp>
      <p:sp>
        <p:nvSpPr>
          <p:cNvPr id="368" name="Google Shape;368;p42"/>
          <p:cNvSpPr txBox="1"/>
          <p:nvPr>
            <p:ph idx="9" type="subTitle"/>
          </p:nvPr>
        </p:nvSpPr>
        <p:spPr>
          <a:xfrm>
            <a:off x="6750600" y="2193728"/>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69" name="Google Shape;369;p42"/>
          <p:cNvSpPr txBox="1"/>
          <p:nvPr>
            <p:ph idx="13" type="subTitle"/>
          </p:nvPr>
        </p:nvSpPr>
        <p:spPr>
          <a:xfrm>
            <a:off x="6750600" y="1964514"/>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70" name="Google Shape;370;p42"/>
          <p:cNvSpPr txBox="1"/>
          <p:nvPr>
            <p:ph idx="14" type="subTitle"/>
          </p:nvPr>
        </p:nvSpPr>
        <p:spPr>
          <a:xfrm>
            <a:off x="6750600" y="2337664"/>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71" name="Google Shape;371;p42"/>
          <p:cNvSpPr/>
          <p:nvPr>
            <p:ph idx="15" type="pic"/>
          </p:nvPr>
        </p:nvSpPr>
        <p:spPr>
          <a:xfrm>
            <a:off x="6080709" y="1975864"/>
            <a:ext cx="530400" cy="530400"/>
          </a:xfrm>
          <a:prstGeom prst="rect">
            <a:avLst/>
          </a:prstGeom>
          <a:noFill/>
          <a:ln>
            <a:noFill/>
          </a:ln>
        </p:spPr>
      </p:sp>
      <p:sp>
        <p:nvSpPr>
          <p:cNvPr id="372" name="Google Shape;372;p42"/>
          <p:cNvSpPr txBox="1"/>
          <p:nvPr>
            <p:ph idx="16" type="subTitle"/>
          </p:nvPr>
        </p:nvSpPr>
        <p:spPr>
          <a:xfrm>
            <a:off x="3824550" y="2193728"/>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73" name="Google Shape;373;p42"/>
          <p:cNvSpPr txBox="1"/>
          <p:nvPr>
            <p:ph idx="17" type="subTitle"/>
          </p:nvPr>
        </p:nvSpPr>
        <p:spPr>
          <a:xfrm>
            <a:off x="3824550" y="1964514"/>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74" name="Google Shape;374;p42"/>
          <p:cNvSpPr txBox="1"/>
          <p:nvPr>
            <p:ph idx="18" type="subTitle"/>
          </p:nvPr>
        </p:nvSpPr>
        <p:spPr>
          <a:xfrm>
            <a:off x="3824550" y="2337664"/>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75" name="Google Shape;375;p42"/>
          <p:cNvSpPr/>
          <p:nvPr>
            <p:ph idx="19" type="pic"/>
          </p:nvPr>
        </p:nvSpPr>
        <p:spPr>
          <a:xfrm>
            <a:off x="3154659" y="1975864"/>
            <a:ext cx="530400" cy="530400"/>
          </a:xfrm>
          <a:prstGeom prst="rect">
            <a:avLst/>
          </a:prstGeom>
          <a:noFill/>
          <a:ln>
            <a:noFill/>
          </a:ln>
        </p:spPr>
      </p:sp>
      <p:sp>
        <p:nvSpPr>
          <p:cNvPr id="376" name="Google Shape;376;p42"/>
          <p:cNvSpPr txBox="1"/>
          <p:nvPr>
            <p:ph idx="20" type="subTitle"/>
          </p:nvPr>
        </p:nvSpPr>
        <p:spPr>
          <a:xfrm>
            <a:off x="6750600" y="3101715"/>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77" name="Google Shape;377;p42"/>
          <p:cNvSpPr txBox="1"/>
          <p:nvPr>
            <p:ph idx="21" type="subTitle"/>
          </p:nvPr>
        </p:nvSpPr>
        <p:spPr>
          <a:xfrm>
            <a:off x="6750600" y="2872502"/>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78" name="Google Shape;378;p42"/>
          <p:cNvSpPr txBox="1"/>
          <p:nvPr>
            <p:ph idx="22" type="subTitle"/>
          </p:nvPr>
        </p:nvSpPr>
        <p:spPr>
          <a:xfrm>
            <a:off x="6750600" y="3245652"/>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79" name="Google Shape;379;p42"/>
          <p:cNvSpPr/>
          <p:nvPr>
            <p:ph idx="23" type="pic"/>
          </p:nvPr>
        </p:nvSpPr>
        <p:spPr>
          <a:xfrm>
            <a:off x="6080709" y="2883852"/>
            <a:ext cx="530400" cy="530400"/>
          </a:xfrm>
          <a:prstGeom prst="rect">
            <a:avLst/>
          </a:prstGeom>
          <a:noFill/>
          <a:ln>
            <a:noFill/>
          </a:ln>
        </p:spPr>
      </p:sp>
      <p:sp>
        <p:nvSpPr>
          <p:cNvPr id="380" name="Google Shape;380;p42"/>
          <p:cNvSpPr txBox="1"/>
          <p:nvPr>
            <p:ph idx="24" type="subTitle"/>
          </p:nvPr>
        </p:nvSpPr>
        <p:spPr>
          <a:xfrm>
            <a:off x="3824550" y="3101715"/>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81" name="Google Shape;381;p42"/>
          <p:cNvSpPr txBox="1"/>
          <p:nvPr>
            <p:ph idx="25" type="subTitle"/>
          </p:nvPr>
        </p:nvSpPr>
        <p:spPr>
          <a:xfrm>
            <a:off x="3824550" y="2872502"/>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82" name="Google Shape;382;p42"/>
          <p:cNvSpPr txBox="1"/>
          <p:nvPr>
            <p:ph idx="26" type="subTitle"/>
          </p:nvPr>
        </p:nvSpPr>
        <p:spPr>
          <a:xfrm>
            <a:off x="3824550" y="3245652"/>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83" name="Google Shape;383;p42"/>
          <p:cNvSpPr/>
          <p:nvPr>
            <p:ph idx="27" type="pic"/>
          </p:nvPr>
        </p:nvSpPr>
        <p:spPr>
          <a:xfrm>
            <a:off x="3154659" y="2883852"/>
            <a:ext cx="530400" cy="530400"/>
          </a:xfrm>
          <a:prstGeom prst="rect">
            <a:avLst/>
          </a:prstGeom>
          <a:noFill/>
          <a:ln>
            <a:noFill/>
          </a:ln>
        </p:spPr>
      </p:sp>
      <p:sp>
        <p:nvSpPr>
          <p:cNvPr id="384" name="Google Shape;384;p42"/>
          <p:cNvSpPr txBox="1"/>
          <p:nvPr>
            <p:ph idx="28" type="subTitle"/>
          </p:nvPr>
        </p:nvSpPr>
        <p:spPr>
          <a:xfrm>
            <a:off x="6750600" y="4022919"/>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85" name="Google Shape;385;p42"/>
          <p:cNvSpPr txBox="1"/>
          <p:nvPr>
            <p:ph idx="29" type="subTitle"/>
          </p:nvPr>
        </p:nvSpPr>
        <p:spPr>
          <a:xfrm>
            <a:off x="6750600" y="3793706"/>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86" name="Google Shape;386;p42"/>
          <p:cNvSpPr txBox="1"/>
          <p:nvPr>
            <p:ph idx="30" type="subTitle"/>
          </p:nvPr>
        </p:nvSpPr>
        <p:spPr>
          <a:xfrm>
            <a:off x="6750600" y="4166856"/>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87" name="Google Shape;387;p42"/>
          <p:cNvSpPr/>
          <p:nvPr>
            <p:ph idx="31" type="pic"/>
          </p:nvPr>
        </p:nvSpPr>
        <p:spPr>
          <a:xfrm>
            <a:off x="6080709" y="3805056"/>
            <a:ext cx="530400" cy="530400"/>
          </a:xfrm>
          <a:prstGeom prst="rect">
            <a:avLst/>
          </a:prstGeom>
          <a:noFill/>
          <a:ln>
            <a:noFill/>
          </a:ln>
        </p:spPr>
      </p:sp>
      <p:sp>
        <p:nvSpPr>
          <p:cNvPr id="388" name="Google Shape;388;p42"/>
          <p:cNvSpPr txBox="1"/>
          <p:nvPr>
            <p:ph idx="32" type="subTitle"/>
          </p:nvPr>
        </p:nvSpPr>
        <p:spPr>
          <a:xfrm>
            <a:off x="3824550" y="4022919"/>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89" name="Google Shape;389;p42"/>
          <p:cNvSpPr txBox="1"/>
          <p:nvPr>
            <p:ph idx="33" type="subTitle"/>
          </p:nvPr>
        </p:nvSpPr>
        <p:spPr>
          <a:xfrm>
            <a:off x="3824550" y="3793706"/>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90" name="Google Shape;390;p42"/>
          <p:cNvSpPr txBox="1"/>
          <p:nvPr>
            <p:ph idx="34" type="subTitle"/>
          </p:nvPr>
        </p:nvSpPr>
        <p:spPr>
          <a:xfrm>
            <a:off x="3824550" y="4166856"/>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91" name="Google Shape;391;p42"/>
          <p:cNvSpPr/>
          <p:nvPr>
            <p:ph idx="35" type="pic"/>
          </p:nvPr>
        </p:nvSpPr>
        <p:spPr>
          <a:xfrm>
            <a:off x="3154659" y="3805056"/>
            <a:ext cx="530400" cy="530400"/>
          </a:xfrm>
          <a:prstGeom prst="rect">
            <a:avLst/>
          </a:prstGeom>
          <a:noFill/>
          <a:ln>
            <a:noFill/>
          </a:ln>
        </p:spPr>
      </p:sp>
      <p:sp>
        <p:nvSpPr>
          <p:cNvPr id="392" name="Google Shape;392;p42"/>
          <p:cNvSpPr txBox="1"/>
          <p:nvPr>
            <p:ph type="title"/>
          </p:nvPr>
        </p:nvSpPr>
        <p:spPr>
          <a:xfrm>
            <a:off x="361975" y="962100"/>
            <a:ext cx="24507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sz="3600"/>
            </a:lvl2pPr>
            <a:lvl3pPr lvl="2">
              <a:lnSpc>
                <a:spcPct val="90000"/>
              </a:lnSpc>
              <a:spcBef>
                <a:spcPts val="0"/>
              </a:spcBef>
              <a:spcAft>
                <a:spcPts val="0"/>
              </a:spcAft>
              <a:buNone/>
              <a:defRPr sz="3600"/>
            </a:lvl3pPr>
            <a:lvl4pPr lvl="3">
              <a:lnSpc>
                <a:spcPct val="90000"/>
              </a:lnSpc>
              <a:spcBef>
                <a:spcPts val="0"/>
              </a:spcBef>
              <a:spcAft>
                <a:spcPts val="0"/>
              </a:spcAft>
              <a:buNone/>
              <a:defRPr sz="3600"/>
            </a:lvl4pPr>
            <a:lvl5pPr lvl="4">
              <a:lnSpc>
                <a:spcPct val="90000"/>
              </a:lnSpc>
              <a:spcBef>
                <a:spcPts val="0"/>
              </a:spcBef>
              <a:spcAft>
                <a:spcPts val="0"/>
              </a:spcAft>
              <a:buNone/>
              <a:defRPr sz="3600"/>
            </a:lvl5pPr>
            <a:lvl6pPr lvl="5">
              <a:lnSpc>
                <a:spcPct val="90000"/>
              </a:lnSpc>
              <a:spcBef>
                <a:spcPts val="0"/>
              </a:spcBef>
              <a:spcAft>
                <a:spcPts val="0"/>
              </a:spcAft>
              <a:buNone/>
              <a:defRPr sz="3600"/>
            </a:lvl6pPr>
            <a:lvl7pPr lvl="6">
              <a:lnSpc>
                <a:spcPct val="90000"/>
              </a:lnSpc>
              <a:spcBef>
                <a:spcPts val="0"/>
              </a:spcBef>
              <a:spcAft>
                <a:spcPts val="0"/>
              </a:spcAft>
              <a:buNone/>
              <a:defRPr sz="3600"/>
            </a:lvl7pPr>
            <a:lvl8pPr lvl="7">
              <a:lnSpc>
                <a:spcPct val="90000"/>
              </a:lnSpc>
              <a:spcBef>
                <a:spcPts val="0"/>
              </a:spcBef>
              <a:spcAft>
                <a:spcPts val="0"/>
              </a:spcAft>
              <a:buNone/>
              <a:defRPr sz="3600"/>
            </a:lvl8pPr>
            <a:lvl9pPr lvl="8">
              <a:lnSpc>
                <a:spcPct val="90000"/>
              </a:lnSpc>
              <a:spcBef>
                <a:spcPts val="0"/>
              </a:spcBef>
              <a:spcAft>
                <a:spcPts val="0"/>
              </a:spcAft>
              <a:buNone/>
              <a:defRPr sz="3600"/>
            </a:lvl9pPr>
          </a:lstStyle>
          <a:p/>
        </p:txBody>
      </p:sp>
      <p:sp>
        <p:nvSpPr>
          <p:cNvPr id="393" name="Google Shape;393;p42"/>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94" name="Google Shape;394;p42"/>
          <p:cNvSpPr txBox="1"/>
          <p:nvPr>
            <p:ph idx="36"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otlight - Alt 2">
  <p:cSld name="CUSTOM_7_1">
    <p:bg>
      <p:bgPr>
        <a:solidFill>
          <a:schemeClr val="accent2"/>
        </a:solidFill>
      </p:bgPr>
    </p:bg>
    <p:spTree>
      <p:nvGrpSpPr>
        <p:cNvPr id="395" name="Shape 395"/>
        <p:cNvGrpSpPr/>
        <p:nvPr/>
      </p:nvGrpSpPr>
      <p:grpSpPr>
        <a:xfrm>
          <a:off x="0" y="0"/>
          <a:ext cx="0" cy="0"/>
          <a:chOff x="0" y="0"/>
          <a:chExt cx="0" cy="0"/>
        </a:xfrm>
      </p:grpSpPr>
      <p:sp>
        <p:nvSpPr>
          <p:cNvPr id="396" name="Google Shape;396;p43"/>
          <p:cNvSpPr/>
          <p:nvPr/>
        </p:nvSpPr>
        <p:spPr>
          <a:xfrm>
            <a:off x="0" y="0"/>
            <a:ext cx="45675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397" name="Google Shape;397;p43"/>
          <p:cNvSpPr txBox="1"/>
          <p:nvPr>
            <p:ph type="title"/>
          </p:nvPr>
        </p:nvSpPr>
        <p:spPr>
          <a:xfrm>
            <a:off x="4975925" y="989088"/>
            <a:ext cx="3783600" cy="5877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sz="3600"/>
            </a:lvl2pPr>
            <a:lvl3pPr lvl="2">
              <a:lnSpc>
                <a:spcPct val="90000"/>
              </a:lnSpc>
              <a:spcBef>
                <a:spcPts val="0"/>
              </a:spcBef>
              <a:spcAft>
                <a:spcPts val="0"/>
              </a:spcAft>
              <a:buNone/>
              <a:defRPr sz="3600"/>
            </a:lvl3pPr>
            <a:lvl4pPr lvl="3">
              <a:lnSpc>
                <a:spcPct val="90000"/>
              </a:lnSpc>
              <a:spcBef>
                <a:spcPts val="0"/>
              </a:spcBef>
              <a:spcAft>
                <a:spcPts val="0"/>
              </a:spcAft>
              <a:buNone/>
              <a:defRPr sz="3600"/>
            </a:lvl4pPr>
            <a:lvl5pPr lvl="4">
              <a:lnSpc>
                <a:spcPct val="90000"/>
              </a:lnSpc>
              <a:spcBef>
                <a:spcPts val="0"/>
              </a:spcBef>
              <a:spcAft>
                <a:spcPts val="0"/>
              </a:spcAft>
              <a:buNone/>
              <a:defRPr sz="3600"/>
            </a:lvl5pPr>
            <a:lvl6pPr lvl="5">
              <a:lnSpc>
                <a:spcPct val="90000"/>
              </a:lnSpc>
              <a:spcBef>
                <a:spcPts val="0"/>
              </a:spcBef>
              <a:spcAft>
                <a:spcPts val="0"/>
              </a:spcAft>
              <a:buNone/>
              <a:defRPr sz="3600"/>
            </a:lvl6pPr>
            <a:lvl7pPr lvl="6">
              <a:lnSpc>
                <a:spcPct val="90000"/>
              </a:lnSpc>
              <a:spcBef>
                <a:spcPts val="0"/>
              </a:spcBef>
              <a:spcAft>
                <a:spcPts val="0"/>
              </a:spcAft>
              <a:buNone/>
              <a:defRPr sz="3600"/>
            </a:lvl7pPr>
            <a:lvl8pPr lvl="7">
              <a:lnSpc>
                <a:spcPct val="90000"/>
              </a:lnSpc>
              <a:spcBef>
                <a:spcPts val="0"/>
              </a:spcBef>
              <a:spcAft>
                <a:spcPts val="0"/>
              </a:spcAft>
              <a:buNone/>
              <a:defRPr sz="3600"/>
            </a:lvl8pPr>
            <a:lvl9pPr lvl="8">
              <a:lnSpc>
                <a:spcPct val="90000"/>
              </a:lnSpc>
              <a:spcBef>
                <a:spcPts val="0"/>
              </a:spcBef>
              <a:spcAft>
                <a:spcPts val="0"/>
              </a:spcAft>
              <a:buNone/>
              <a:defRPr sz="3600"/>
            </a:lvl9pPr>
          </a:lstStyle>
          <a:p/>
        </p:txBody>
      </p:sp>
      <p:sp>
        <p:nvSpPr>
          <p:cNvPr id="398" name="Google Shape;398;p43"/>
          <p:cNvSpPr/>
          <p:nvPr>
            <p:ph idx="2" type="pic"/>
          </p:nvPr>
        </p:nvSpPr>
        <p:spPr>
          <a:xfrm flipH="1">
            <a:off x="953803" y="1066100"/>
            <a:ext cx="2664300" cy="3002700"/>
          </a:xfrm>
          <a:prstGeom prst="rect">
            <a:avLst/>
          </a:prstGeom>
          <a:noFill/>
          <a:ln>
            <a:noFill/>
          </a:ln>
        </p:spPr>
      </p:sp>
      <p:sp>
        <p:nvSpPr>
          <p:cNvPr id="399" name="Google Shape;399;p43"/>
          <p:cNvSpPr txBox="1"/>
          <p:nvPr>
            <p:ph idx="1" type="body"/>
          </p:nvPr>
        </p:nvSpPr>
        <p:spPr>
          <a:xfrm>
            <a:off x="4975925" y="4125662"/>
            <a:ext cx="3783600" cy="461700"/>
          </a:xfrm>
          <a:prstGeom prst="rect">
            <a:avLst/>
          </a:prstGeom>
          <a:noFill/>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400" name="Google Shape;400;p43"/>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401" name="Google Shape;401;p43"/>
          <p:cNvSpPr txBox="1"/>
          <p:nvPr>
            <p:ph idx="3" type="body"/>
          </p:nvPr>
        </p:nvSpPr>
        <p:spPr>
          <a:xfrm>
            <a:off x="4975925" y="1943891"/>
            <a:ext cx="3783600" cy="1243200"/>
          </a:xfrm>
          <a:prstGeom prst="rect">
            <a:avLst/>
          </a:prstGeom>
          <a:noFill/>
        </p:spPr>
        <p:txBody>
          <a:bodyPr anchorCtr="0" anchor="t" bIns="0" lIns="0" spcFirstLastPara="1" rIns="0" wrap="square" tIns="0">
            <a:noAutofit/>
          </a:bodyPr>
          <a:lstStyle>
            <a:lvl1pPr indent="-330200" lvl="0" marL="457200">
              <a:spcBef>
                <a:spcPts val="0"/>
              </a:spcBef>
              <a:spcAft>
                <a:spcPts val="0"/>
              </a:spcAft>
              <a:buClr>
                <a:schemeClr val="lt1"/>
              </a:buClr>
              <a:buSzPts val="1600"/>
              <a:buFont typeface="Newsreader"/>
              <a:buChar char="●"/>
              <a:defRPr sz="1600">
                <a:latin typeface="Newsreader"/>
                <a:ea typeface="Newsreader"/>
                <a:cs typeface="Newsreader"/>
                <a:sym typeface="Newsreader"/>
              </a:defRPr>
            </a:lvl1pPr>
            <a:lvl2pPr indent="-330200" lvl="1" marL="914400">
              <a:spcBef>
                <a:spcPts val="0"/>
              </a:spcBef>
              <a:spcAft>
                <a:spcPts val="0"/>
              </a:spcAft>
              <a:buClr>
                <a:schemeClr val="lt1"/>
              </a:buClr>
              <a:buSzPts val="1600"/>
              <a:buFont typeface="Newsreader"/>
              <a:buChar char="○"/>
              <a:defRPr sz="1600">
                <a:latin typeface="Newsreader"/>
                <a:ea typeface="Newsreader"/>
                <a:cs typeface="Newsreader"/>
                <a:sym typeface="Newsreader"/>
              </a:defRPr>
            </a:lvl2pPr>
            <a:lvl3pPr indent="-330200" lvl="2" marL="1371600">
              <a:spcBef>
                <a:spcPts val="0"/>
              </a:spcBef>
              <a:spcAft>
                <a:spcPts val="0"/>
              </a:spcAft>
              <a:buClr>
                <a:schemeClr val="lt1"/>
              </a:buClr>
              <a:buSzPts val="1600"/>
              <a:buFont typeface="Newsreader"/>
              <a:buChar char="■"/>
              <a:defRPr sz="1600">
                <a:latin typeface="Newsreader"/>
                <a:ea typeface="Newsreader"/>
                <a:cs typeface="Newsreader"/>
                <a:sym typeface="Newsreader"/>
              </a:defRPr>
            </a:lvl3pPr>
            <a:lvl4pPr indent="-330200" lvl="3" marL="1828800">
              <a:spcBef>
                <a:spcPts val="0"/>
              </a:spcBef>
              <a:spcAft>
                <a:spcPts val="0"/>
              </a:spcAft>
              <a:buClr>
                <a:schemeClr val="lt1"/>
              </a:buClr>
              <a:buSzPts val="1600"/>
              <a:buFont typeface="Newsreader"/>
              <a:buChar char="●"/>
              <a:defRPr sz="1600">
                <a:latin typeface="Newsreader"/>
                <a:ea typeface="Newsreader"/>
                <a:cs typeface="Newsreader"/>
                <a:sym typeface="Newsreader"/>
              </a:defRPr>
            </a:lvl4pPr>
            <a:lvl5pPr indent="-330200" lvl="4" marL="2286000">
              <a:spcBef>
                <a:spcPts val="0"/>
              </a:spcBef>
              <a:spcAft>
                <a:spcPts val="0"/>
              </a:spcAft>
              <a:buClr>
                <a:schemeClr val="lt1"/>
              </a:buClr>
              <a:buSzPts val="1600"/>
              <a:buFont typeface="Newsreader"/>
              <a:buChar char="○"/>
              <a:defRPr sz="1600">
                <a:latin typeface="Newsreader"/>
                <a:ea typeface="Newsreader"/>
                <a:cs typeface="Newsreader"/>
                <a:sym typeface="Newsreader"/>
              </a:defRPr>
            </a:lvl5pPr>
            <a:lvl6pPr indent="-330200" lvl="5" marL="2743200">
              <a:spcBef>
                <a:spcPts val="0"/>
              </a:spcBef>
              <a:spcAft>
                <a:spcPts val="0"/>
              </a:spcAft>
              <a:buClr>
                <a:schemeClr val="lt1"/>
              </a:buClr>
              <a:buSzPts val="1600"/>
              <a:buFont typeface="Newsreader"/>
              <a:buChar char="■"/>
              <a:defRPr sz="1600">
                <a:latin typeface="Newsreader"/>
                <a:ea typeface="Newsreader"/>
                <a:cs typeface="Newsreader"/>
                <a:sym typeface="Newsreader"/>
              </a:defRPr>
            </a:lvl6pPr>
            <a:lvl7pPr indent="-330200" lvl="6" marL="3200400">
              <a:spcBef>
                <a:spcPts val="0"/>
              </a:spcBef>
              <a:spcAft>
                <a:spcPts val="0"/>
              </a:spcAft>
              <a:buClr>
                <a:schemeClr val="lt1"/>
              </a:buClr>
              <a:buSzPts val="1600"/>
              <a:buFont typeface="Newsreader"/>
              <a:buChar char="●"/>
              <a:defRPr sz="1600">
                <a:latin typeface="Newsreader"/>
                <a:ea typeface="Newsreader"/>
                <a:cs typeface="Newsreader"/>
                <a:sym typeface="Newsreader"/>
              </a:defRPr>
            </a:lvl7pPr>
            <a:lvl8pPr indent="-330200" lvl="7" marL="3657600">
              <a:spcBef>
                <a:spcPts val="0"/>
              </a:spcBef>
              <a:spcAft>
                <a:spcPts val="0"/>
              </a:spcAft>
              <a:buClr>
                <a:schemeClr val="lt1"/>
              </a:buClr>
              <a:buSzPts val="1600"/>
              <a:buFont typeface="Newsreader"/>
              <a:buChar char="○"/>
              <a:defRPr sz="1600">
                <a:latin typeface="Newsreader"/>
                <a:ea typeface="Newsreader"/>
                <a:cs typeface="Newsreader"/>
                <a:sym typeface="Newsreader"/>
              </a:defRPr>
            </a:lvl8pPr>
            <a:lvl9pPr indent="-330200" lvl="8" marL="4114800">
              <a:spcBef>
                <a:spcPts val="0"/>
              </a:spcBef>
              <a:spcAft>
                <a:spcPts val="0"/>
              </a:spcAft>
              <a:buClr>
                <a:schemeClr val="lt1"/>
              </a:buClr>
              <a:buSzPts val="1600"/>
              <a:buFont typeface="Newsreader"/>
              <a:buChar char="■"/>
              <a:defRPr sz="1600">
                <a:latin typeface="Newsreader"/>
                <a:ea typeface="Newsreader"/>
                <a:cs typeface="Newsreader"/>
                <a:sym typeface="Newsreader"/>
              </a:defRPr>
            </a:lvl9pPr>
          </a:lstStyle>
          <a:p/>
        </p:txBody>
      </p:sp>
      <p:sp>
        <p:nvSpPr>
          <p:cNvPr id="402" name="Google Shape;402;p43"/>
          <p:cNvSpPr txBox="1"/>
          <p:nvPr>
            <p:ph idx="4" type="subTitle"/>
          </p:nvPr>
        </p:nvSpPr>
        <p:spPr>
          <a:xfrm>
            <a:off x="4975925" y="732775"/>
            <a:ext cx="37836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403" name="Google Shape;403;p43"/>
          <p:cNvSpPr txBox="1"/>
          <p:nvPr>
            <p:ph idx="5" type="subTitle"/>
          </p:nvPr>
        </p:nvSpPr>
        <p:spPr>
          <a:xfrm>
            <a:off x="4975925" y="1647132"/>
            <a:ext cx="3783600" cy="138600"/>
          </a:xfrm>
          <a:prstGeom prst="rect">
            <a:avLst/>
          </a:prstGeom>
        </p:spPr>
        <p:txBody>
          <a:bodyPr anchorCtr="0" anchor="t" bIns="0" lIns="0" spcFirstLastPara="1" rIns="0" wrap="square" tIns="0">
            <a:noAutofit/>
          </a:bodyPr>
          <a:lstStyle>
            <a:lvl1pPr lvl="0">
              <a:spcBef>
                <a:spcPts val="0"/>
              </a:spcBef>
              <a:spcAft>
                <a:spcPts val="0"/>
              </a:spcAft>
              <a:buSzPts val="900"/>
              <a:buNone/>
              <a:defRPr sz="900"/>
            </a:lvl1pPr>
            <a:lvl2pPr lvl="1">
              <a:spcBef>
                <a:spcPts val="0"/>
              </a:spcBef>
              <a:spcAft>
                <a:spcPts val="0"/>
              </a:spcAft>
              <a:buSzPts val="900"/>
              <a:buNone/>
              <a:defRPr sz="900"/>
            </a:lvl2pPr>
            <a:lvl3pPr lvl="2">
              <a:spcBef>
                <a:spcPts val="0"/>
              </a:spcBef>
              <a:spcAft>
                <a:spcPts val="0"/>
              </a:spcAft>
              <a:buSzPts val="900"/>
              <a:buNone/>
              <a:defRPr sz="900"/>
            </a:lvl3pPr>
            <a:lvl4pPr lvl="3">
              <a:spcBef>
                <a:spcPts val="0"/>
              </a:spcBef>
              <a:spcAft>
                <a:spcPts val="0"/>
              </a:spcAft>
              <a:buSzPts val="900"/>
              <a:buNone/>
              <a:defRPr sz="900"/>
            </a:lvl4pPr>
            <a:lvl5pPr lvl="4">
              <a:spcBef>
                <a:spcPts val="0"/>
              </a:spcBef>
              <a:spcAft>
                <a:spcPts val="0"/>
              </a:spcAft>
              <a:buSzPts val="900"/>
              <a:buNone/>
              <a:defRPr sz="900"/>
            </a:lvl5pPr>
            <a:lvl6pPr lvl="5">
              <a:spcBef>
                <a:spcPts val="0"/>
              </a:spcBef>
              <a:spcAft>
                <a:spcPts val="0"/>
              </a:spcAft>
              <a:buSzPts val="900"/>
              <a:buNone/>
              <a:defRPr sz="900"/>
            </a:lvl6pPr>
            <a:lvl7pPr lvl="6">
              <a:spcBef>
                <a:spcPts val="0"/>
              </a:spcBef>
              <a:spcAft>
                <a:spcPts val="0"/>
              </a:spcAft>
              <a:buSzPts val="900"/>
              <a:buNone/>
              <a:defRPr sz="900"/>
            </a:lvl7pPr>
            <a:lvl8pPr lvl="7">
              <a:spcBef>
                <a:spcPts val="0"/>
              </a:spcBef>
              <a:spcAft>
                <a:spcPts val="0"/>
              </a:spcAft>
              <a:buSzPts val="900"/>
              <a:buNone/>
              <a:defRPr sz="900"/>
            </a:lvl8pPr>
            <a:lvl9pPr lvl="8">
              <a:spcBef>
                <a:spcPts val="0"/>
              </a:spcBef>
              <a:spcAft>
                <a:spcPts val="0"/>
              </a:spcAft>
              <a:buSzPts val="900"/>
              <a:buNone/>
              <a:defRPr sz="900"/>
            </a:lvl9pPr>
          </a:lstStyle>
          <a:p/>
        </p:txBody>
      </p:sp>
      <p:sp>
        <p:nvSpPr>
          <p:cNvPr id="404" name="Google Shape;404;p43"/>
          <p:cNvSpPr txBox="1"/>
          <p:nvPr>
            <p:ph idx="6"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r chart background">
  <p:cSld name="CUSTOM_8">
    <p:spTree>
      <p:nvGrpSpPr>
        <p:cNvPr id="405" name="Shape 405"/>
        <p:cNvGrpSpPr/>
        <p:nvPr/>
      </p:nvGrpSpPr>
      <p:grpSpPr>
        <a:xfrm>
          <a:off x="0" y="0"/>
          <a:ext cx="0" cy="0"/>
          <a:chOff x="0" y="0"/>
          <a:chExt cx="0" cy="0"/>
        </a:xfrm>
      </p:grpSpPr>
      <p:grpSp>
        <p:nvGrpSpPr>
          <p:cNvPr id="406" name="Google Shape;406;p44"/>
          <p:cNvGrpSpPr/>
          <p:nvPr/>
        </p:nvGrpSpPr>
        <p:grpSpPr>
          <a:xfrm>
            <a:off x="49" y="514398"/>
            <a:ext cx="9144297" cy="4115162"/>
            <a:chOff x="-18500" y="514395"/>
            <a:chExt cx="9219900" cy="4115162"/>
          </a:xfrm>
        </p:grpSpPr>
        <p:cxnSp>
          <p:nvCxnSpPr>
            <p:cNvPr id="407" name="Google Shape;407;p44"/>
            <p:cNvCxnSpPr/>
            <p:nvPr/>
          </p:nvCxnSpPr>
          <p:spPr>
            <a:xfrm>
              <a:off x="-18500" y="1028790"/>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408" name="Google Shape;408;p44"/>
            <p:cNvCxnSpPr/>
            <p:nvPr/>
          </p:nvCxnSpPr>
          <p:spPr>
            <a:xfrm>
              <a:off x="-18500" y="4629557"/>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409" name="Google Shape;409;p44"/>
            <p:cNvCxnSpPr/>
            <p:nvPr/>
          </p:nvCxnSpPr>
          <p:spPr>
            <a:xfrm>
              <a:off x="-18500" y="4115162"/>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410" name="Google Shape;410;p44"/>
            <p:cNvCxnSpPr/>
            <p:nvPr/>
          </p:nvCxnSpPr>
          <p:spPr>
            <a:xfrm>
              <a:off x="-18500" y="3600767"/>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411" name="Google Shape;411;p44"/>
            <p:cNvCxnSpPr/>
            <p:nvPr/>
          </p:nvCxnSpPr>
          <p:spPr>
            <a:xfrm>
              <a:off x="-18500" y="3086371"/>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412" name="Google Shape;412;p44"/>
            <p:cNvCxnSpPr/>
            <p:nvPr/>
          </p:nvCxnSpPr>
          <p:spPr>
            <a:xfrm>
              <a:off x="-18500" y="2571976"/>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413" name="Google Shape;413;p44"/>
            <p:cNvCxnSpPr/>
            <p:nvPr/>
          </p:nvCxnSpPr>
          <p:spPr>
            <a:xfrm>
              <a:off x="-18500" y="2057581"/>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414" name="Google Shape;414;p44"/>
            <p:cNvCxnSpPr/>
            <p:nvPr/>
          </p:nvCxnSpPr>
          <p:spPr>
            <a:xfrm>
              <a:off x="-18500" y="1543186"/>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415" name="Google Shape;415;p44"/>
            <p:cNvCxnSpPr/>
            <p:nvPr/>
          </p:nvCxnSpPr>
          <p:spPr>
            <a:xfrm>
              <a:off x="-18500" y="514395"/>
              <a:ext cx="9219900" cy="0"/>
            </a:xfrm>
            <a:prstGeom prst="straightConnector1">
              <a:avLst/>
            </a:prstGeom>
            <a:noFill/>
            <a:ln cap="flat" cmpd="sng" w="9525">
              <a:solidFill>
                <a:schemeClr val="accent6"/>
              </a:solidFill>
              <a:prstDash val="solid"/>
              <a:round/>
              <a:headEnd len="med" w="med" type="none"/>
              <a:tailEnd len="med" w="med" type="none"/>
            </a:ln>
          </p:spPr>
        </p:cxnSp>
      </p:grpSp>
      <p:sp>
        <p:nvSpPr>
          <p:cNvPr id="416" name="Google Shape;416;p44"/>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417" name="Google Shape;417;p44"/>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8" name="Google Shape;418;p44"/>
          <p:cNvSpPr txBox="1"/>
          <p:nvPr>
            <p:ph idx="2" type="subTitle"/>
          </p:nvPr>
        </p:nvSpPr>
        <p:spPr>
          <a:xfrm>
            <a:off x="361975" y="732775"/>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slide">
  <p:cSld name="CUSTOM_8_1">
    <p:bg>
      <p:bgPr>
        <a:solidFill>
          <a:schemeClr val="accent2"/>
        </a:solidFill>
      </p:bgPr>
    </p:bg>
    <p:spTree>
      <p:nvGrpSpPr>
        <p:cNvPr id="419" name="Shape 419"/>
        <p:cNvGrpSpPr/>
        <p:nvPr/>
      </p:nvGrpSpPr>
      <p:grpSpPr>
        <a:xfrm>
          <a:off x="0" y="0"/>
          <a:ext cx="0" cy="0"/>
          <a:chOff x="0" y="0"/>
          <a:chExt cx="0" cy="0"/>
        </a:xfrm>
      </p:grpSpPr>
      <p:sp>
        <p:nvSpPr>
          <p:cNvPr id="420" name="Google Shape;420;p45"/>
          <p:cNvSpPr/>
          <p:nvPr/>
        </p:nvSpPr>
        <p:spPr>
          <a:xfrm>
            <a:off x="50" y="-300"/>
            <a:ext cx="67089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21" name="Google Shape;421;p45"/>
          <p:cNvSpPr txBox="1"/>
          <p:nvPr>
            <p:ph type="title"/>
          </p:nvPr>
        </p:nvSpPr>
        <p:spPr>
          <a:xfrm>
            <a:off x="451472" y="2024100"/>
            <a:ext cx="4163100" cy="13725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4200">
                <a:solidFill>
                  <a:schemeClr val="dk1"/>
                </a:solidFill>
              </a:defRPr>
            </a:lvl1pPr>
            <a:lvl2pPr lvl="1">
              <a:lnSpc>
                <a:spcPct val="90000"/>
              </a:lnSpc>
              <a:spcBef>
                <a:spcPts val="0"/>
              </a:spcBef>
              <a:spcAft>
                <a:spcPts val="0"/>
              </a:spcAft>
              <a:buNone/>
              <a:defRPr sz="4200">
                <a:solidFill>
                  <a:schemeClr val="dk1"/>
                </a:solidFill>
              </a:defRPr>
            </a:lvl2pPr>
            <a:lvl3pPr lvl="2">
              <a:lnSpc>
                <a:spcPct val="90000"/>
              </a:lnSpc>
              <a:spcBef>
                <a:spcPts val="0"/>
              </a:spcBef>
              <a:spcAft>
                <a:spcPts val="0"/>
              </a:spcAft>
              <a:buNone/>
              <a:defRPr sz="4200">
                <a:solidFill>
                  <a:schemeClr val="dk1"/>
                </a:solidFill>
              </a:defRPr>
            </a:lvl3pPr>
            <a:lvl4pPr lvl="3">
              <a:lnSpc>
                <a:spcPct val="90000"/>
              </a:lnSpc>
              <a:spcBef>
                <a:spcPts val="0"/>
              </a:spcBef>
              <a:spcAft>
                <a:spcPts val="0"/>
              </a:spcAft>
              <a:buNone/>
              <a:defRPr sz="4200">
                <a:solidFill>
                  <a:schemeClr val="dk1"/>
                </a:solidFill>
              </a:defRPr>
            </a:lvl4pPr>
            <a:lvl5pPr lvl="4">
              <a:lnSpc>
                <a:spcPct val="90000"/>
              </a:lnSpc>
              <a:spcBef>
                <a:spcPts val="0"/>
              </a:spcBef>
              <a:spcAft>
                <a:spcPts val="0"/>
              </a:spcAft>
              <a:buNone/>
              <a:defRPr sz="4200">
                <a:solidFill>
                  <a:schemeClr val="dk1"/>
                </a:solidFill>
              </a:defRPr>
            </a:lvl5pPr>
            <a:lvl6pPr lvl="5">
              <a:lnSpc>
                <a:spcPct val="90000"/>
              </a:lnSpc>
              <a:spcBef>
                <a:spcPts val="0"/>
              </a:spcBef>
              <a:spcAft>
                <a:spcPts val="0"/>
              </a:spcAft>
              <a:buNone/>
              <a:defRPr sz="4200">
                <a:solidFill>
                  <a:schemeClr val="dk1"/>
                </a:solidFill>
              </a:defRPr>
            </a:lvl6pPr>
            <a:lvl7pPr lvl="6">
              <a:lnSpc>
                <a:spcPct val="90000"/>
              </a:lnSpc>
              <a:spcBef>
                <a:spcPts val="0"/>
              </a:spcBef>
              <a:spcAft>
                <a:spcPts val="0"/>
              </a:spcAft>
              <a:buNone/>
              <a:defRPr sz="4200">
                <a:solidFill>
                  <a:schemeClr val="dk1"/>
                </a:solidFill>
              </a:defRPr>
            </a:lvl7pPr>
            <a:lvl8pPr lvl="7">
              <a:lnSpc>
                <a:spcPct val="90000"/>
              </a:lnSpc>
              <a:spcBef>
                <a:spcPts val="0"/>
              </a:spcBef>
              <a:spcAft>
                <a:spcPts val="0"/>
              </a:spcAft>
              <a:buNone/>
              <a:defRPr sz="4200">
                <a:solidFill>
                  <a:schemeClr val="dk1"/>
                </a:solidFill>
              </a:defRPr>
            </a:lvl8pPr>
            <a:lvl9pPr lvl="8">
              <a:lnSpc>
                <a:spcPct val="90000"/>
              </a:lnSpc>
              <a:spcBef>
                <a:spcPts val="0"/>
              </a:spcBef>
              <a:spcAft>
                <a:spcPts val="0"/>
              </a:spcAft>
              <a:buNone/>
              <a:defRPr sz="4200">
                <a:solidFill>
                  <a:schemeClr val="dk1"/>
                </a:solidFill>
              </a:defRPr>
            </a:lvl9pPr>
          </a:lstStyle>
          <a:p/>
        </p:txBody>
      </p:sp>
      <p:sp>
        <p:nvSpPr>
          <p:cNvPr id="422" name="Google Shape;422;p45"/>
          <p:cNvSpPr txBox="1"/>
          <p:nvPr>
            <p:ph idx="1" type="subTitle"/>
          </p:nvPr>
        </p:nvSpPr>
        <p:spPr>
          <a:xfrm>
            <a:off x="451475" y="3776250"/>
            <a:ext cx="4163100" cy="4269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1pPr>
            <a:lvl2pPr lvl="1">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2pPr>
            <a:lvl3pPr lvl="2">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3pPr>
            <a:lvl4pPr lvl="3">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4pPr>
            <a:lvl5pPr lvl="4">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5pPr>
            <a:lvl6pPr lvl="5">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6pPr>
            <a:lvl7pPr lvl="6">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7pPr>
            <a:lvl8pPr lvl="7">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8pPr>
            <a:lvl9pPr lvl="8">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9pPr>
          </a:lstStyle>
          <a:p/>
        </p:txBody>
      </p:sp>
      <p:sp>
        <p:nvSpPr>
          <p:cNvPr id="423" name="Google Shape;423;p4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424" name="Shape 424"/>
        <p:cNvGrpSpPr/>
        <p:nvPr/>
      </p:nvGrpSpPr>
      <p:grpSpPr>
        <a:xfrm>
          <a:off x="0" y="0"/>
          <a:ext cx="0" cy="0"/>
          <a:chOff x="0" y="0"/>
          <a:chExt cx="0" cy="0"/>
        </a:xfrm>
      </p:grpSpPr>
      <p:sp>
        <p:nvSpPr>
          <p:cNvPr id="425" name="Google Shape;425;p4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426" name="Google Shape;426;p4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
        <p:nvSpPr>
          <p:cNvPr id="427" name="Google Shape;427;p4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428" name="Shape 428"/>
        <p:cNvGrpSpPr/>
        <p:nvPr/>
      </p:nvGrpSpPr>
      <p:grpSpPr>
        <a:xfrm>
          <a:off x="0" y="0"/>
          <a:ext cx="0" cy="0"/>
          <a:chOff x="0" y="0"/>
          <a:chExt cx="0" cy="0"/>
        </a:xfrm>
      </p:grpSpPr>
      <p:sp>
        <p:nvSpPr>
          <p:cNvPr id="429" name="Google Shape;429;p47"/>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430" name="Google Shape;430;p4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431" name="Shape 431"/>
        <p:cNvGrpSpPr/>
        <p:nvPr/>
      </p:nvGrpSpPr>
      <p:grpSpPr>
        <a:xfrm>
          <a:off x="0" y="0"/>
          <a:ext cx="0" cy="0"/>
          <a:chOff x="0" y="0"/>
          <a:chExt cx="0" cy="0"/>
        </a:xfrm>
      </p:grpSpPr>
      <p:sp>
        <p:nvSpPr>
          <p:cNvPr id="432" name="Google Shape;432;p4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3" name="Google Shape;433;p4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4" name="Google Shape;434;p4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435" name="Shape 435"/>
        <p:cNvGrpSpPr/>
        <p:nvPr/>
      </p:nvGrpSpPr>
      <p:grpSpPr>
        <a:xfrm>
          <a:off x="0" y="0"/>
          <a:ext cx="0" cy="0"/>
          <a:chOff x="0" y="0"/>
          <a:chExt cx="0" cy="0"/>
        </a:xfrm>
      </p:grpSpPr>
      <p:sp>
        <p:nvSpPr>
          <p:cNvPr id="436" name="Google Shape;436;p4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7" name="Google Shape;437;p49"/>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8" name="Google Shape;438;p49"/>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39" name="Google Shape;439;p4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440" name="Shape 440"/>
        <p:cNvGrpSpPr/>
        <p:nvPr/>
      </p:nvGrpSpPr>
      <p:grpSpPr>
        <a:xfrm>
          <a:off x="0" y="0"/>
          <a:ext cx="0" cy="0"/>
          <a:chOff x="0" y="0"/>
          <a:chExt cx="0" cy="0"/>
        </a:xfrm>
      </p:grpSpPr>
      <p:sp>
        <p:nvSpPr>
          <p:cNvPr id="441" name="Google Shape;441;p5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2" name="Google Shape;442;p5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443" name="Shape 443"/>
        <p:cNvGrpSpPr/>
        <p:nvPr/>
      </p:nvGrpSpPr>
      <p:grpSpPr>
        <a:xfrm>
          <a:off x="0" y="0"/>
          <a:ext cx="0" cy="0"/>
          <a:chOff x="0" y="0"/>
          <a:chExt cx="0" cy="0"/>
        </a:xfrm>
      </p:grpSpPr>
      <p:sp>
        <p:nvSpPr>
          <p:cNvPr id="444" name="Google Shape;444;p51"/>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45" name="Google Shape;445;p51"/>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46" name="Google Shape;446;p5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447" name="Shape 447"/>
        <p:cNvGrpSpPr/>
        <p:nvPr/>
      </p:nvGrpSpPr>
      <p:grpSpPr>
        <a:xfrm>
          <a:off x="0" y="0"/>
          <a:ext cx="0" cy="0"/>
          <a:chOff x="0" y="0"/>
          <a:chExt cx="0" cy="0"/>
        </a:xfrm>
      </p:grpSpPr>
      <p:sp>
        <p:nvSpPr>
          <p:cNvPr id="448" name="Google Shape;448;p52"/>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49" name="Google Shape;449;p5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450" name="Shape 450"/>
        <p:cNvGrpSpPr/>
        <p:nvPr/>
      </p:nvGrpSpPr>
      <p:grpSpPr>
        <a:xfrm>
          <a:off x="0" y="0"/>
          <a:ext cx="0" cy="0"/>
          <a:chOff x="0" y="0"/>
          <a:chExt cx="0" cy="0"/>
        </a:xfrm>
      </p:grpSpPr>
      <p:sp>
        <p:nvSpPr>
          <p:cNvPr id="451" name="Google Shape;451;p53"/>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52" name="Google Shape;452;p53"/>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453" name="Google Shape;453;p53"/>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4" name="Google Shape;454;p5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455" name="Shape 455"/>
        <p:cNvGrpSpPr/>
        <p:nvPr/>
      </p:nvGrpSpPr>
      <p:grpSpPr>
        <a:xfrm>
          <a:off x="0" y="0"/>
          <a:ext cx="0" cy="0"/>
          <a:chOff x="0" y="0"/>
          <a:chExt cx="0" cy="0"/>
        </a:xfrm>
      </p:grpSpPr>
      <p:sp>
        <p:nvSpPr>
          <p:cNvPr id="456" name="Google Shape;456;p54"/>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
        <p:nvSpPr>
          <p:cNvPr id="457" name="Google Shape;457;p5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458" name="Shape 458"/>
        <p:cNvGrpSpPr/>
        <p:nvPr/>
      </p:nvGrpSpPr>
      <p:grpSpPr>
        <a:xfrm>
          <a:off x="0" y="0"/>
          <a:ext cx="0" cy="0"/>
          <a:chOff x="0" y="0"/>
          <a:chExt cx="0" cy="0"/>
        </a:xfrm>
      </p:grpSpPr>
      <p:sp>
        <p:nvSpPr>
          <p:cNvPr id="459" name="Google Shape;459;p55"/>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0" name="Google Shape;460;p55"/>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
        <p:nvSpPr>
          <p:cNvPr id="461" name="Google Shape;461;p5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62" name="Shape 462"/>
        <p:cNvGrpSpPr/>
        <p:nvPr/>
      </p:nvGrpSpPr>
      <p:grpSpPr>
        <a:xfrm>
          <a:off x="0" y="0"/>
          <a:ext cx="0" cy="0"/>
          <a:chOff x="0" y="0"/>
          <a:chExt cx="0" cy="0"/>
        </a:xfrm>
      </p:grpSpPr>
      <p:sp>
        <p:nvSpPr>
          <p:cNvPr id="463" name="Google Shape;463;p5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464" name="Shape 464"/>
        <p:cNvGrpSpPr/>
        <p:nvPr/>
      </p:nvGrpSpPr>
      <p:grpSpPr>
        <a:xfrm>
          <a:off x="0" y="0"/>
          <a:ext cx="0" cy="0"/>
          <a:chOff x="0" y="0"/>
          <a:chExt cx="0" cy="0"/>
        </a:xfrm>
      </p:grpSpPr>
      <p:sp>
        <p:nvSpPr>
          <p:cNvPr id="465" name="Google Shape;465;p57"/>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6" name="Google Shape;466;p57"/>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67" name="Google Shape;467;p57"/>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68" name="Google Shape;468;p57"/>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69" name="Google Shape;469;p57"/>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70" name="Google Shape;470;p57"/>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71" name="Google Shape;471;p57"/>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72" name="Google Shape;472;p5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473" name="Shape 473"/>
        <p:cNvGrpSpPr/>
        <p:nvPr/>
      </p:nvGrpSpPr>
      <p:grpSpPr>
        <a:xfrm>
          <a:off x="0" y="0"/>
          <a:ext cx="0" cy="0"/>
          <a:chOff x="0" y="0"/>
          <a:chExt cx="0" cy="0"/>
        </a:xfrm>
      </p:grpSpPr>
      <p:sp>
        <p:nvSpPr>
          <p:cNvPr id="474" name="Google Shape;474;p5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5" name="Google Shape;475;p58"/>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76" name="Google Shape;476;p58"/>
          <p:cNvSpPr/>
          <p:nvPr>
            <p:ph idx="2" type="pic"/>
          </p:nvPr>
        </p:nvSpPr>
        <p:spPr>
          <a:xfrm>
            <a:off x="4992024" y="1152775"/>
            <a:ext cx="3840300" cy="3416400"/>
          </a:xfrm>
          <a:prstGeom prst="rect">
            <a:avLst/>
          </a:prstGeom>
          <a:noFill/>
          <a:ln>
            <a:noFill/>
          </a:ln>
        </p:spPr>
      </p:sp>
      <p:sp>
        <p:nvSpPr>
          <p:cNvPr id="477" name="Google Shape;477;p5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478" name="Shape 478"/>
        <p:cNvGrpSpPr/>
        <p:nvPr/>
      </p:nvGrpSpPr>
      <p:grpSpPr>
        <a:xfrm>
          <a:off x="0" y="0"/>
          <a:ext cx="0" cy="0"/>
          <a:chOff x="0" y="0"/>
          <a:chExt cx="0" cy="0"/>
        </a:xfrm>
      </p:grpSpPr>
      <p:sp>
        <p:nvSpPr>
          <p:cNvPr id="479" name="Google Shape;479;p59"/>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80" name="Google Shape;480;p59"/>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81" name="Google Shape;481;p59"/>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82" name="Google Shape;482;p59"/>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83" name="Google Shape;483;p59"/>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84" name="Google Shape;484;p5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485" name="Shape 485"/>
        <p:cNvGrpSpPr/>
        <p:nvPr/>
      </p:nvGrpSpPr>
      <p:grpSpPr>
        <a:xfrm>
          <a:off x="0" y="0"/>
          <a:ext cx="0" cy="0"/>
          <a:chOff x="0" y="0"/>
          <a:chExt cx="0" cy="0"/>
        </a:xfrm>
      </p:grpSpPr>
      <p:sp>
        <p:nvSpPr>
          <p:cNvPr id="486" name="Google Shape;486;p60"/>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87" name="Google Shape;487;p60"/>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88" name="Google Shape;488;p60"/>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89" name="Google Shape;489;p60"/>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90" name="Google Shape;490;p60"/>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91" name="Google Shape;491;p60"/>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92" name="Google Shape;492;p60"/>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93" name="Google Shape;493;p6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494" name="Shape 494"/>
        <p:cNvGrpSpPr/>
        <p:nvPr/>
      </p:nvGrpSpPr>
      <p:grpSpPr>
        <a:xfrm>
          <a:off x="0" y="0"/>
          <a:ext cx="0" cy="0"/>
          <a:chOff x="0" y="0"/>
          <a:chExt cx="0" cy="0"/>
        </a:xfrm>
      </p:grpSpPr>
      <p:sp>
        <p:nvSpPr>
          <p:cNvPr id="495" name="Google Shape;495;p61"/>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96" name="Google Shape;496;p61"/>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97" name="Google Shape;497;p61"/>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98" name="Google Shape;498;p61"/>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99" name="Google Shape;499;p61"/>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00" name="Google Shape;500;p61"/>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01" name="Google Shape;501;p61"/>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02" name="Google Shape;502;p61"/>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03" name="Google Shape;503;p61"/>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04" name="Google Shape;504;p6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505" name="Shape 505"/>
        <p:cNvGrpSpPr/>
        <p:nvPr/>
      </p:nvGrpSpPr>
      <p:grpSpPr>
        <a:xfrm>
          <a:off x="0" y="0"/>
          <a:ext cx="0" cy="0"/>
          <a:chOff x="0" y="0"/>
          <a:chExt cx="0" cy="0"/>
        </a:xfrm>
      </p:grpSpPr>
      <p:sp>
        <p:nvSpPr>
          <p:cNvPr id="506" name="Google Shape;506;p6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7" name="Google Shape;507;p62"/>
          <p:cNvSpPr/>
          <p:nvPr>
            <p:ph idx="2" type="pic"/>
          </p:nvPr>
        </p:nvSpPr>
        <p:spPr>
          <a:xfrm>
            <a:off x="311700" y="1170425"/>
            <a:ext cx="8520600" cy="3492900"/>
          </a:xfrm>
          <a:prstGeom prst="rect">
            <a:avLst/>
          </a:prstGeom>
          <a:noFill/>
          <a:ln>
            <a:noFill/>
          </a:ln>
        </p:spPr>
      </p:sp>
      <p:sp>
        <p:nvSpPr>
          <p:cNvPr id="508" name="Google Shape;508;p6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509" name="Shape 509"/>
        <p:cNvGrpSpPr/>
        <p:nvPr/>
      </p:nvGrpSpPr>
      <p:grpSpPr>
        <a:xfrm>
          <a:off x="0" y="0"/>
          <a:ext cx="0" cy="0"/>
          <a:chOff x="0" y="0"/>
          <a:chExt cx="0" cy="0"/>
        </a:xfrm>
      </p:grpSpPr>
      <p:sp>
        <p:nvSpPr>
          <p:cNvPr id="510" name="Google Shape;510;p63"/>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511" name="Google Shape;511;p63"/>
          <p:cNvSpPr/>
          <p:nvPr>
            <p:ph idx="2" type="pic"/>
          </p:nvPr>
        </p:nvSpPr>
        <p:spPr>
          <a:xfrm>
            <a:off x="4804825" y="1133300"/>
            <a:ext cx="4027500" cy="2392800"/>
          </a:xfrm>
          <a:prstGeom prst="rect">
            <a:avLst/>
          </a:prstGeom>
          <a:noFill/>
          <a:ln>
            <a:noFill/>
          </a:ln>
        </p:spPr>
      </p:sp>
      <p:sp>
        <p:nvSpPr>
          <p:cNvPr id="512" name="Google Shape;512;p63"/>
          <p:cNvSpPr/>
          <p:nvPr>
            <p:ph idx="3" type="pic"/>
          </p:nvPr>
        </p:nvSpPr>
        <p:spPr>
          <a:xfrm>
            <a:off x="311725" y="1133300"/>
            <a:ext cx="4027500" cy="2392800"/>
          </a:xfrm>
          <a:prstGeom prst="rect">
            <a:avLst/>
          </a:prstGeom>
          <a:noFill/>
          <a:ln>
            <a:noFill/>
          </a:ln>
        </p:spPr>
      </p:sp>
      <p:sp>
        <p:nvSpPr>
          <p:cNvPr id="513" name="Google Shape;513;p63"/>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14" name="Google Shape;514;p6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5" name="Google Shape;515;p63"/>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16" name="Google Shape;516;p63"/>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17" name="Google Shape;517;p6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518" name="Shape 518"/>
        <p:cNvGrpSpPr/>
        <p:nvPr/>
      </p:nvGrpSpPr>
      <p:grpSpPr>
        <a:xfrm>
          <a:off x="0" y="0"/>
          <a:ext cx="0" cy="0"/>
          <a:chOff x="0" y="0"/>
          <a:chExt cx="0" cy="0"/>
        </a:xfrm>
      </p:grpSpPr>
      <p:sp>
        <p:nvSpPr>
          <p:cNvPr id="519" name="Google Shape;519;p64"/>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520" name="Google Shape;520;p64"/>
          <p:cNvSpPr/>
          <p:nvPr>
            <p:ph idx="2" type="pic"/>
          </p:nvPr>
        </p:nvSpPr>
        <p:spPr>
          <a:xfrm>
            <a:off x="6205225" y="1128325"/>
            <a:ext cx="2627100" cy="2273100"/>
          </a:xfrm>
          <a:prstGeom prst="rect">
            <a:avLst/>
          </a:prstGeom>
          <a:noFill/>
          <a:ln>
            <a:noFill/>
          </a:ln>
        </p:spPr>
      </p:sp>
      <p:sp>
        <p:nvSpPr>
          <p:cNvPr id="521" name="Google Shape;521;p64"/>
          <p:cNvSpPr/>
          <p:nvPr>
            <p:ph idx="3" type="pic"/>
          </p:nvPr>
        </p:nvSpPr>
        <p:spPr>
          <a:xfrm>
            <a:off x="311725" y="1128325"/>
            <a:ext cx="2627100" cy="2273100"/>
          </a:xfrm>
          <a:prstGeom prst="rect">
            <a:avLst/>
          </a:prstGeom>
          <a:noFill/>
          <a:ln>
            <a:noFill/>
          </a:ln>
        </p:spPr>
      </p:sp>
      <p:sp>
        <p:nvSpPr>
          <p:cNvPr id="522" name="Google Shape;522;p64"/>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23" name="Google Shape;523;p64"/>
          <p:cNvSpPr/>
          <p:nvPr>
            <p:ph idx="5" type="pic"/>
          </p:nvPr>
        </p:nvSpPr>
        <p:spPr>
          <a:xfrm>
            <a:off x="3255250" y="1128325"/>
            <a:ext cx="2627100" cy="2273100"/>
          </a:xfrm>
          <a:prstGeom prst="rect">
            <a:avLst/>
          </a:prstGeom>
          <a:noFill/>
          <a:ln>
            <a:noFill/>
          </a:ln>
        </p:spPr>
      </p:sp>
      <p:sp>
        <p:nvSpPr>
          <p:cNvPr id="524" name="Google Shape;524;p64"/>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25" name="Google Shape;525;p6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6" name="Google Shape;526;p64"/>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27" name="Google Shape;527;p64"/>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28" name="Google Shape;528;p64"/>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29" name="Google Shape;529;p6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530" name="Shape 530"/>
        <p:cNvGrpSpPr/>
        <p:nvPr/>
      </p:nvGrpSpPr>
      <p:grpSpPr>
        <a:xfrm>
          <a:off x="0" y="0"/>
          <a:ext cx="0" cy="0"/>
          <a:chOff x="0" y="0"/>
          <a:chExt cx="0" cy="0"/>
        </a:xfrm>
      </p:grpSpPr>
      <p:sp>
        <p:nvSpPr>
          <p:cNvPr id="531" name="Google Shape;531;p65"/>
          <p:cNvSpPr/>
          <p:nvPr>
            <p:ph idx="2" type="pic"/>
          </p:nvPr>
        </p:nvSpPr>
        <p:spPr>
          <a:xfrm>
            <a:off x="311700" y="445025"/>
            <a:ext cx="8520600" cy="4218300"/>
          </a:xfrm>
          <a:prstGeom prst="rect">
            <a:avLst/>
          </a:prstGeom>
          <a:noFill/>
          <a:ln>
            <a:noFill/>
          </a:ln>
        </p:spPr>
      </p:sp>
      <p:sp>
        <p:nvSpPr>
          <p:cNvPr id="532" name="Google Shape;532;p6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533" name="Shape 533"/>
        <p:cNvGrpSpPr/>
        <p:nvPr/>
      </p:nvGrpSpPr>
      <p:grpSpPr>
        <a:xfrm>
          <a:off x="0" y="0"/>
          <a:ext cx="0" cy="0"/>
          <a:chOff x="0" y="0"/>
          <a:chExt cx="0" cy="0"/>
        </a:xfrm>
      </p:grpSpPr>
      <p:sp>
        <p:nvSpPr>
          <p:cNvPr id="534" name="Google Shape;534;p66"/>
          <p:cNvSpPr/>
          <p:nvPr>
            <p:ph idx="2" type="pic"/>
          </p:nvPr>
        </p:nvSpPr>
        <p:spPr>
          <a:xfrm>
            <a:off x="3389600" y="118913"/>
            <a:ext cx="1643700" cy="1535100"/>
          </a:xfrm>
          <a:prstGeom prst="rect">
            <a:avLst/>
          </a:prstGeom>
          <a:noFill/>
          <a:ln>
            <a:noFill/>
          </a:ln>
        </p:spPr>
      </p:sp>
      <p:sp>
        <p:nvSpPr>
          <p:cNvPr id="535" name="Google Shape;535;p66"/>
          <p:cNvSpPr/>
          <p:nvPr>
            <p:ph idx="3" type="pic"/>
          </p:nvPr>
        </p:nvSpPr>
        <p:spPr>
          <a:xfrm>
            <a:off x="5195935" y="118913"/>
            <a:ext cx="1643700" cy="1535100"/>
          </a:xfrm>
          <a:prstGeom prst="rect">
            <a:avLst/>
          </a:prstGeom>
          <a:noFill/>
          <a:ln>
            <a:noFill/>
          </a:ln>
        </p:spPr>
      </p:sp>
      <p:sp>
        <p:nvSpPr>
          <p:cNvPr id="536" name="Google Shape;536;p66"/>
          <p:cNvSpPr/>
          <p:nvPr>
            <p:ph idx="4" type="pic"/>
          </p:nvPr>
        </p:nvSpPr>
        <p:spPr>
          <a:xfrm>
            <a:off x="7002270" y="118913"/>
            <a:ext cx="1643700" cy="1535100"/>
          </a:xfrm>
          <a:prstGeom prst="rect">
            <a:avLst/>
          </a:prstGeom>
          <a:noFill/>
          <a:ln>
            <a:noFill/>
          </a:ln>
        </p:spPr>
      </p:sp>
      <p:sp>
        <p:nvSpPr>
          <p:cNvPr id="537" name="Google Shape;537;p66"/>
          <p:cNvSpPr/>
          <p:nvPr>
            <p:ph idx="5" type="pic"/>
          </p:nvPr>
        </p:nvSpPr>
        <p:spPr>
          <a:xfrm>
            <a:off x="3389588" y="1804212"/>
            <a:ext cx="1643700" cy="1535100"/>
          </a:xfrm>
          <a:prstGeom prst="rect">
            <a:avLst/>
          </a:prstGeom>
          <a:noFill/>
          <a:ln>
            <a:noFill/>
          </a:ln>
        </p:spPr>
      </p:sp>
      <p:sp>
        <p:nvSpPr>
          <p:cNvPr id="538" name="Google Shape;538;p66"/>
          <p:cNvSpPr/>
          <p:nvPr>
            <p:ph idx="6" type="pic"/>
          </p:nvPr>
        </p:nvSpPr>
        <p:spPr>
          <a:xfrm>
            <a:off x="5195922" y="1804212"/>
            <a:ext cx="1643700" cy="1535100"/>
          </a:xfrm>
          <a:prstGeom prst="rect">
            <a:avLst/>
          </a:prstGeom>
          <a:noFill/>
          <a:ln>
            <a:noFill/>
          </a:ln>
        </p:spPr>
      </p:sp>
      <p:sp>
        <p:nvSpPr>
          <p:cNvPr id="539" name="Google Shape;539;p66"/>
          <p:cNvSpPr/>
          <p:nvPr>
            <p:ph idx="7" type="pic"/>
          </p:nvPr>
        </p:nvSpPr>
        <p:spPr>
          <a:xfrm>
            <a:off x="7002257" y="1804212"/>
            <a:ext cx="1643700" cy="1535100"/>
          </a:xfrm>
          <a:prstGeom prst="rect">
            <a:avLst/>
          </a:prstGeom>
          <a:noFill/>
          <a:ln>
            <a:noFill/>
          </a:ln>
        </p:spPr>
      </p:sp>
      <p:sp>
        <p:nvSpPr>
          <p:cNvPr id="540" name="Google Shape;540;p66"/>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1" name="Google Shape;541;p66"/>
          <p:cNvSpPr/>
          <p:nvPr>
            <p:ph idx="8" type="pic"/>
          </p:nvPr>
        </p:nvSpPr>
        <p:spPr>
          <a:xfrm>
            <a:off x="3389588" y="3489487"/>
            <a:ext cx="1643700" cy="1535100"/>
          </a:xfrm>
          <a:prstGeom prst="rect">
            <a:avLst/>
          </a:prstGeom>
          <a:noFill/>
          <a:ln>
            <a:noFill/>
          </a:ln>
        </p:spPr>
      </p:sp>
      <p:sp>
        <p:nvSpPr>
          <p:cNvPr id="542" name="Google Shape;542;p66"/>
          <p:cNvSpPr/>
          <p:nvPr>
            <p:ph idx="9" type="pic"/>
          </p:nvPr>
        </p:nvSpPr>
        <p:spPr>
          <a:xfrm>
            <a:off x="5195922" y="3489487"/>
            <a:ext cx="1643700" cy="1535100"/>
          </a:xfrm>
          <a:prstGeom prst="rect">
            <a:avLst/>
          </a:prstGeom>
          <a:noFill/>
          <a:ln>
            <a:noFill/>
          </a:ln>
        </p:spPr>
      </p:sp>
      <p:sp>
        <p:nvSpPr>
          <p:cNvPr id="543" name="Google Shape;543;p66"/>
          <p:cNvSpPr/>
          <p:nvPr>
            <p:ph idx="13" type="pic"/>
          </p:nvPr>
        </p:nvSpPr>
        <p:spPr>
          <a:xfrm>
            <a:off x="7002257" y="3489487"/>
            <a:ext cx="1643700" cy="1535100"/>
          </a:xfrm>
          <a:prstGeom prst="rect">
            <a:avLst/>
          </a:prstGeom>
          <a:noFill/>
          <a:ln>
            <a:noFill/>
          </a:ln>
        </p:spPr>
      </p:sp>
      <p:sp>
        <p:nvSpPr>
          <p:cNvPr id="544" name="Google Shape;544;p6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5564">
          <p15:clr>
            <a:srgbClr val="E46962"/>
          </p15:clr>
        </p15:guide>
      </p15:sldGuideLst>
    </p:ext>
  </p:extLst>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51" name="Shape 551"/>
        <p:cNvGrpSpPr/>
        <p:nvPr/>
      </p:nvGrpSpPr>
      <p:grpSpPr>
        <a:xfrm>
          <a:off x="0" y="0"/>
          <a:ext cx="0" cy="0"/>
          <a:chOff x="0" y="0"/>
          <a:chExt cx="0" cy="0"/>
        </a:xfrm>
      </p:grpSpPr>
      <p:sp>
        <p:nvSpPr>
          <p:cNvPr id="552" name="Google Shape;552;p68"/>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Play"/>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53" name="Google Shape;553;p68"/>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554" name="Google Shape;554;p68"/>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55" name="Google Shape;555;p6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56" name="Google Shape;556;p6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7" name="Shape 557"/>
        <p:cNvGrpSpPr/>
        <p:nvPr/>
      </p:nvGrpSpPr>
      <p:grpSpPr>
        <a:xfrm>
          <a:off x="0" y="0"/>
          <a:ext cx="0" cy="0"/>
          <a:chOff x="0" y="0"/>
          <a:chExt cx="0" cy="0"/>
        </a:xfrm>
      </p:grpSpPr>
      <p:sp>
        <p:nvSpPr>
          <p:cNvPr id="558" name="Google Shape;558;p6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59" name="Google Shape;559;p69"/>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60" name="Google Shape;560;p69"/>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61" name="Google Shape;561;p6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62" name="Shape 562"/>
        <p:cNvGrpSpPr/>
        <p:nvPr/>
      </p:nvGrpSpPr>
      <p:grpSpPr>
        <a:xfrm>
          <a:off x="0" y="0"/>
          <a:ext cx="0" cy="0"/>
          <a:chOff x="0" y="0"/>
          <a:chExt cx="0" cy="0"/>
        </a:xfrm>
      </p:grpSpPr>
      <p:sp>
        <p:nvSpPr>
          <p:cNvPr id="563" name="Google Shape;563;p70"/>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Play"/>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4" name="Google Shape;564;p7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757575"/>
              </a:buClr>
              <a:buSzPts val="1800"/>
              <a:buNone/>
              <a:defRPr sz="1800">
                <a:solidFill>
                  <a:srgbClr val="757575"/>
                </a:solidFill>
              </a:defRPr>
            </a:lvl1pPr>
            <a:lvl2pPr indent="-228600" lvl="1" marL="914400" algn="l">
              <a:lnSpc>
                <a:spcPct val="90000"/>
              </a:lnSpc>
              <a:spcBef>
                <a:spcPts val="400"/>
              </a:spcBef>
              <a:spcAft>
                <a:spcPts val="0"/>
              </a:spcAft>
              <a:buClr>
                <a:srgbClr val="757575"/>
              </a:buClr>
              <a:buSzPts val="1500"/>
              <a:buNone/>
              <a:defRPr sz="1500">
                <a:solidFill>
                  <a:srgbClr val="757575"/>
                </a:solidFill>
              </a:defRPr>
            </a:lvl2pPr>
            <a:lvl3pPr indent="-228600" lvl="2" marL="1371600" algn="l">
              <a:lnSpc>
                <a:spcPct val="90000"/>
              </a:lnSpc>
              <a:spcBef>
                <a:spcPts val="400"/>
              </a:spcBef>
              <a:spcAft>
                <a:spcPts val="0"/>
              </a:spcAft>
              <a:buClr>
                <a:srgbClr val="757575"/>
              </a:buClr>
              <a:buSzPts val="1400"/>
              <a:buNone/>
              <a:defRPr sz="1400">
                <a:solidFill>
                  <a:srgbClr val="757575"/>
                </a:solidFill>
              </a:defRPr>
            </a:lvl3pPr>
            <a:lvl4pPr indent="-228600" lvl="3" marL="1828800" algn="l">
              <a:lnSpc>
                <a:spcPct val="90000"/>
              </a:lnSpc>
              <a:spcBef>
                <a:spcPts val="400"/>
              </a:spcBef>
              <a:spcAft>
                <a:spcPts val="0"/>
              </a:spcAft>
              <a:buClr>
                <a:srgbClr val="757575"/>
              </a:buClr>
              <a:buSzPts val="1200"/>
              <a:buNone/>
              <a:defRPr sz="1200">
                <a:solidFill>
                  <a:srgbClr val="757575"/>
                </a:solidFill>
              </a:defRPr>
            </a:lvl4pPr>
            <a:lvl5pPr indent="-228600" lvl="4" marL="2286000" algn="l">
              <a:lnSpc>
                <a:spcPct val="90000"/>
              </a:lnSpc>
              <a:spcBef>
                <a:spcPts val="400"/>
              </a:spcBef>
              <a:spcAft>
                <a:spcPts val="0"/>
              </a:spcAft>
              <a:buClr>
                <a:srgbClr val="757575"/>
              </a:buClr>
              <a:buSzPts val="1200"/>
              <a:buNone/>
              <a:defRPr sz="1200">
                <a:solidFill>
                  <a:srgbClr val="757575"/>
                </a:solidFill>
              </a:defRPr>
            </a:lvl5pPr>
            <a:lvl6pPr indent="-228600" lvl="5" marL="2743200" algn="l">
              <a:lnSpc>
                <a:spcPct val="90000"/>
              </a:lnSpc>
              <a:spcBef>
                <a:spcPts val="400"/>
              </a:spcBef>
              <a:spcAft>
                <a:spcPts val="0"/>
              </a:spcAft>
              <a:buClr>
                <a:srgbClr val="757575"/>
              </a:buClr>
              <a:buSzPts val="1200"/>
              <a:buNone/>
              <a:defRPr sz="1200">
                <a:solidFill>
                  <a:srgbClr val="757575"/>
                </a:solidFill>
              </a:defRPr>
            </a:lvl6pPr>
            <a:lvl7pPr indent="-228600" lvl="6" marL="3200400" algn="l">
              <a:lnSpc>
                <a:spcPct val="90000"/>
              </a:lnSpc>
              <a:spcBef>
                <a:spcPts val="400"/>
              </a:spcBef>
              <a:spcAft>
                <a:spcPts val="0"/>
              </a:spcAft>
              <a:buClr>
                <a:srgbClr val="757575"/>
              </a:buClr>
              <a:buSzPts val="1200"/>
              <a:buNone/>
              <a:defRPr sz="1200">
                <a:solidFill>
                  <a:srgbClr val="757575"/>
                </a:solidFill>
              </a:defRPr>
            </a:lvl7pPr>
            <a:lvl8pPr indent="-228600" lvl="7" marL="3657600" algn="l">
              <a:lnSpc>
                <a:spcPct val="90000"/>
              </a:lnSpc>
              <a:spcBef>
                <a:spcPts val="400"/>
              </a:spcBef>
              <a:spcAft>
                <a:spcPts val="0"/>
              </a:spcAft>
              <a:buClr>
                <a:srgbClr val="757575"/>
              </a:buClr>
              <a:buSzPts val="1200"/>
              <a:buNone/>
              <a:defRPr sz="1200">
                <a:solidFill>
                  <a:srgbClr val="757575"/>
                </a:solidFill>
              </a:defRPr>
            </a:lvl8pPr>
            <a:lvl9pPr indent="-228600" lvl="8" marL="4114800" algn="l">
              <a:lnSpc>
                <a:spcPct val="90000"/>
              </a:lnSpc>
              <a:spcBef>
                <a:spcPts val="400"/>
              </a:spcBef>
              <a:spcAft>
                <a:spcPts val="0"/>
              </a:spcAft>
              <a:buClr>
                <a:srgbClr val="757575"/>
              </a:buClr>
              <a:buSzPts val="1200"/>
              <a:buNone/>
              <a:defRPr sz="1200">
                <a:solidFill>
                  <a:srgbClr val="757575"/>
                </a:solidFill>
              </a:defRPr>
            </a:lvl9pPr>
          </a:lstStyle>
          <a:p/>
        </p:txBody>
      </p:sp>
      <p:sp>
        <p:nvSpPr>
          <p:cNvPr id="565" name="Google Shape;565;p7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66" name="Google Shape;566;p70"/>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67" name="Google Shape;567;p70"/>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68" name="Shape 568"/>
        <p:cNvGrpSpPr/>
        <p:nvPr/>
      </p:nvGrpSpPr>
      <p:grpSpPr>
        <a:xfrm>
          <a:off x="0" y="0"/>
          <a:ext cx="0" cy="0"/>
          <a:chOff x="0" y="0"/>
          <a:chExt cx="0" cy="0"/>
        </a:xfrm>
      </p:grpSpPr>
      <p:sp>
        <p:nvSpPr>
          <p:cNvPr id="569" name="Google Shape;569;p7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70" name="Google Shape;570;p71"/>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71" name="Google Shape;571;p7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72" name="Google Shape;572;p7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73" name="Google Shape;573;p71"/>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74" name="Shape 574"/>
        <p:cNvGrpSpPr/>
        <p:nvPr/>
      </p:nvGrpSpPr>
      <p:grpSpPr>
        <a:xfrm>
          <a:off x="0" y="0"/>
          <a:ext cx="0" cy="0"/>
          <a:chOff x="0" y="0"/>
          <a:chExt cx="0" cy="0"/>
        </a:xfrm>
      </p:grpSpPr>
      <p:sp>
        <p:nvSpPr>
          <p:cNvPr id="575" name="Google Shape;575;p72"/>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76" name="Google Shape;576;p72"/>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77" name="Google Shape;577;p72"/>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78" name="Google Shape;578;p7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79" name="Google Shape;579;p7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80" name="Google Shape;580;p7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81" name="Shape 581"/>
        <p:cNvGrpSpPr/>
        <p:nvPr/>
      </p:nvGrpSpPr>
      <p:grpSpPr>
        <a:xfrm>
          <a:off x="0" y="0"/>
          <a:ext cx="0" cy="0"/>
          <a:chOff x="0" y="0"/>
          <a:chExt cx="0" cy="0"/>
        </a:xfrm>
      </p:grpSpPr>
      <p:sp>
        <p:nvSpPr>
          <p:cNvPr id="582" name="Google Shape;582;p73"/>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83" name="Google Shape;583;p73"/>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584" name="Google Shape;584;p73"/>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85" name="Google Shape;585;p73"/>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586" name="Google Shape;586;p73"/>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87" name="Google Shape;587;p7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88" name="Google Shape;588;p7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89" name="Google Shape;589;p7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90" name="Shape 590"/>
        <p:cNvGrpSpPr/>
        <p:nvPr/>
      </p:nvGrpSpPr>
      <p:grpSpPr>
        <a:xfrm>
          <a:off x="0" y="0"/>
          <a:ext cx="0" cy="0"/>
          <a:chOff x="0" y="0"/>
          <a:chExt cx="0" cy="0"/>
        </a:xfrm>
      </p:grpSpPr>
      <p:sp>
        <p:nvSpPr>
          <p:cNvPr id="591" name="Google Shape;591;p74"/>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2" name="Google Shape;592;p7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3" name="Google Shape;593;p7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94" name="Shape 594"/>
        <p:cNvGrpSpPr/>
        <p:nvPr/>
      </p:nvGrpSpPr>
      <p:grpSpPr>
        <a:xfrm>
          <a:off x="0" y="0"/>
          <a:ext cx="0" cy="0"/>
          <a:chOff x="0" y="0"/>
          <a:chExt cx="0" cy="0"/>
        </a:xfrm>
      </p:grpSpPr>
      <p:sp>
        <p:nvSpPr>
          <p:cNvPr id="595" name="Google Shape;595;p75"/>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Play"/>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96" name="Google Shape;596;p75"/>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97" name="Google Shape;597;p7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98" name="Google Shape;598;p75"/>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9" name="Google Shape;599;p75"/>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0" name="Google Shape;600;p7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01" name="Shape 601"/>
        <p:cNvGrpSpPr/>
        <p:nvPr/>
      </p:nvGrpSpPr>
      <p:grpSpPr>
        <a:xfrm>
          <a:off x="0" y="0"/>
          <a:ext cx="0" cy="0"/>
          <a:chOff x="0" y="0"/>
          <a:chExt cx="0" cy="0"/>
        </a:xfrm>
      </p:grpSpPr>
      <p:sp>
        <p:nvSpPr>
          <p:cNvPr id="602" name="Google Shape;602;p76"/>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Play"/>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03" name="Google Shape;603;p76"/>
          <p:cNvSpPr/>
          <p:nvPr>
            <p:ph idx="2" type="pic"/>
          </p:nvPr>
        </p:nvSpPr>
        <p:spPr>
          <a:xfrm>
            <a:off x="3887391" y="740569"/>
            <a:ext cx="4629150" cy="3655219"/>
          </a:xfrm>
          <a:prstGeom prst="rect">
            <a:avLst/>
          </a:prstGeom>
          <a:noFill/>
          <a:ln>
            <a:noFill/>
          </a:ln>
        </p:spPr>
      </p:sp>
      <p:sp>
        <p:nvSpPr>
          <p:cNvPr id="604" name="Google Shape;604;p7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05" name="Google Shape;605;p7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6" name="Google Shape;606;p76"/>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7" name="Google Shape;607;p76"/>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08" name="Shape 608"/>
        <p:cNvGrpSpPr/>
        <p:nvPr/>
      </p:nvGrpSpPr>
      <p:grpSpPr>
        <a:xfrm>
          <a:off x="0" y="0"/>
          <a:ext cx="0" cy="0"/>
          <a:chOff x="0" y="0"/>
          <a:chExt cx="0" cy="0"/>
        </a:xfrm>
      </p:grpSpPr>
      <p:sp>
        <p:nvSpPr>
          <p:cNvPr id="609" name="Google Shape;609;p77"/>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10" name="Google Shape;610;p77"/>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11" name="Google Shape;611;p7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12" name="Google Shape;612;p7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13" name="Google Shape;613;p77"/>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14" name="Shape 614"/>
        <p:cNvGrpSpPr/>
        <p:nvPr/>
      </p:nvGrpSpPr>
      <p:grpSpPr>
        <a:xfrm>
          <a:off x="0" y="0"/>
          <a:ext cx="0" cy="0"/>
          <a:chOff x="0" y="0"/>
          <a:chExt cx="0" cy="0"/>
        </a:xfrm>
      </p:grpSpPr>
      <p:sp>
        <p:nvSpPr>
          <p:cNvPr id="615" name="Google Shape;615;p78"/>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16" name="Google Shape;616;p78"/>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17" name="Google Shape;617;p78"/>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18" name="Google Shape;618;p7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19" name="Google Shape;619;p7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44" Type="http://schemas.openxmlformats.org/officeDocument/2006/relationships/slideLayout" Target="../slideLayouts/slideLayout55.xml"/><Relationship Id="rId43" Type="http://schemas.openxmlformats.org/officeDocument/2006/relationships/slideLayout" Target="../slideLayouts/slideLayout54.xml"/><Relationship Id="rId46" Type="http://schemas.openxmlformats.org/officeDocument/2006/relationships/slideLayout" Target="../slideLayouts/slideLayout57.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48" Type="http://schemas.openxmlformats.org/officeDocument/2006/relationships/slideLayout" Target="../slideLayouts/slideLayout59.xml"/><Relationship Id="rId47" Type="http://schemas.openxmlformats.org/officeDocument/2006/relationships/slideLayout" Target="../slideLayouts/slideLayout58.xml"/><Relationship Id="rId49" Type="http://schemas.openxmlformats.org/officeDocument/2006/relationships/slideLayout" Target="../slideLayouts/slideLayout6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33" Type="http://schemas.openxmlformats.org/officeDocument/2006/relationships/slideLayout" Target="../slideLayouts/slideLayout44.xml"/><Relationship Id="rId32" Type="http://schemas.openxmlformats.org/officeDocument/2006/relationships/slideLayout" Target="../slideLayouts/slideLayout43.xml"/><Relationship Id="rId35" Type="http://schemas.openxmlformats.org/officeDocument/2006/relationships/slideLayout" Target="../slideLayouts/slideLayout46.xml"/><Relationship Id="rId34" Type="http://schemas.openxmlformats.org/officeDocument/2006/relationships/slideLayout" Target="../slideLayouts/slideLayout45.xml"/><Relationship Id="rId37" Type="http://schemas.openxmlformats.org/officeDocument/2006/relationships/slideLayout" Target="../slideLayouts/slideLayout48.xml"/><Relationship Id="rId36" Type="http://schemas.openxmlformats.org/officeDocument/2006/relationships/slideLayout" Target="../slideLayouts/slideLayout47.xml"/><Relationship Id="rId39" Type="http://schemas.openxmlformats.org/officeDocument/2006/relationships/slideLayout" Target="../slideLayouts/slideLayout50.xml"/><Relationship Id="rId38" Type="http://schemas.openxmlformats.org/officeDocument/2006/relationships/slideLayout" Target="../slideLayouts/slideLayout49.xml"/><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29" Type="http://schemas.openxmlformats.org/officeDocument/2006/relationships/slideLayout" Target="../slideLayouts/slideLayout40.xml"/><Relationship Id="rId51" Type="http://schemas.openxmlformats.org/officeDocument/2006/relationships/slideLayout" Target="../slideLayouts/slideLayout62.xml"/><Relationship Id="rId50" Type="http://schemas.openxmlformats.org/officeDocument/2006/relationships/slideLayout" Target="../slideLayouts/slideLayout61.xml"/><Relationship Id="rId53" Type="http://schemas.openxmlformats.org/officeDocument/2006/relationships/slideLayout" Target="../slideLayouts/slideLayout64.xml"/><Relationship Id="rId52" Type="http://schemas.openxmlformats.org/officeDocument/2006/relationships/slideLayout" Target="../slideLayouts/slideLayout6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54" Type="http://schemas.openxmlformats.org/officeDocument/2006/relationships/theme" Target="../theme/theme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65.xml"/><Relationship Id="rId2" Type="http://schemas.openxmlformats.org/officeDocument/2006/relationships/slideLayout" Target="../slideLayouts/slideLayout66.xml"/><Relationship Id="rId3" Type="http://schemas.openxmlformats.org/officeDocument/2006/relationships/slideLayout" Target="../slideLayouts/slideLayout67.xml"/><Relationship Id="rId4" Type="http://schemas.openxmlformats.org/officeDocument/2006/relationships/slideLayout" Target="../slideLayouts/slideLayout68.xml"/><Relationship Id="rId9" Type="http://schemas.openxmlformats.org/officeDocument/2006/relationships/slideLayout" Target="../slideLayouts/slideLayout73.xml"/><Relationship Id="rId5" Type="http://schemas.openxmlformats.org/officeDocument/2006/relationships/slideLayout" Target="../slideLayouts/slideLayout69.xml"/><Relationship Id="rId6" Type="http://schemas.openxmlformats.org/officeDocument/2006/relationships/slideLayout" Target="../slideLayouts/slideLayout70.xml"/><Relationship Id="rId7" Type="http://schemas.openxmlformats.org/officeDocument/2006/relationships/slideLayout" Target="../slideLayouts/slideLayout71.xml"/><Relationship Id="rId8" Type="http://schemas.openxmlformats.org/officeDocument/2006/relationships/slideLayout" Target="../slideLayouts/slideLayout72.xml"/><Relationship Id="rId11" Type="http://schemas.openxmlformats.org/officeDocument/2006/relationships/slideLayout" Target="../slideLayouts/slideLayout75.xml"/><Relationship Id="rId10" Type="http://schemas.openxmlformats.org/officeDocument/2006/relationships/slideLayout" Target="../slideLayouts/slideLayout74.xml"/><Relationship Id="rId12"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60" name="Shape 60"/>
        <p:cNvGrpSpPr/>
        <p:nvPr/>
      </p:nvGrpSpPr>
      <p:grpSpPr>
        <a:xfrm>
          <a:off x="0" y="0"/>
          <a:ext cx="0" cy="0"/>
          <a:chOff x="0" y="0"/>
          <a:chExt cx="0" cy="0"/>
        </a:xfrm>
      </p:grpSpPr>
      <p:sp>
        <p:nvSpPr>
          <p:cNvPr id="61" name="Google Shape;61;p13"/>
          <p:cNvSpPr txBox="1"/>
          <p:nvPr>
            <p:ph idx="1" type="body"/>
          </p:nvPr>
        </p:nvSpPr>
        <p:spPr>
          <a:xfrm>
            <a:off x="361850" y="2004025"/>
            <a:ext cx="5627400" cy="25473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1pPr>
            <a:lvl2pPr indent="-304800" lvl="1" marL="9144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2pPr>
            <a:lvl3pPr indent="-304800" lvl="2" marL="13716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3pPr>
            <a:lvl4pPr indent="-304800" lvl="3" marL="18288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4pPr>
            <a:lvl5pPr indent="-304800" lvl="4" marL="22860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5pPr>
            <a:lvl6pPr indent="-304800" lvl="5" marL="27432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6pPr>
            <a:lvl7pPr indent="-304800" lvl="6" marL="32004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7pPr>
            <a:lvl8pPr indent="-304800" lvl="7" marL="36576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8pPr>
            <a:lvl9pPr indent="-304800" lvl="8" marL="4114800">
              <a:lnSpc>
                <a:spcPct val="115000"/>
              </a:lnSpc>
              <a:spcBef>
                <a:spcPts val="800"/>
              </a:spcBef>
              <a:spcAft>
                <a:spcPts val="800"/>
              </a:spcAft>
              <a:buClr>
                <a:schemeClr val="lt1"/>
              </a:buClr>
              <a:buSzPts val="1200"/>
              <a:buFont typeface="DM Sans"/>
              <a:buChar char="■"/>
              <a:defRPr sz="1200">
                <a:solidFill>
                  <a:schemeClr val="lt1"/>
                </a:solidFill>
                <a:latin typeface="DM Sans"/>
                <a:ea typeface="DM Sans"/>
                <a:cs typeface="DM Sans"/>
                <a:sym typeface="DM Sans"/>
              </a:defRPr>
            </a:lvl9pPr>
          </a:lstStyle>
          <a:p/>
        </p:txBody>
      </p:sp>
      <p:sp>
        <p:nvSpPr>
          <p:cNvPr id="62" name="Google Shape;62;p13"/>
          <p:cNvSpPr txBox="1"/>
          <p:nvPr>
            <p:ph type="title"/>
          </p:nvPr>
        </p:nvSpPr>
        <p:spPr>
          <a:xfrm>
            <a:off x="438150" y="524575"/>
            <a:ext cx="5433000" cy="9036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Newsreader"/>
              <a:buNone/>
              <a:defRPr sz="3000">
                <a:solidFill>
                  <a:schemeClr val="lt1"/>
                </a:solidFill>
                <a:latin typeface="Newsreader"/>
                <a:ea typeface="Newsreader"/>
                <a:cs typeface="Newsreader"/>
                <a:sym typeface="Newsreade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3"/>
          <p:cNvSpPr txBox="1"/>
          <p:nvPr>
            <p:ph idx="2" type="body"/>
          </p:nvPr>
        </p:nvSpPr>
        <p:spPr>
          <a:xfrm>
            <a:off x="4700200" y="1614100"/>
            <a:ext cx="3756600" cy="25473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1pPr>
            <a:lvl2pPr indent="-304800" lvl="1" marL="9144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2pPr>
            <a:lvl3pPr indent="-304800" lvl="2" marL="13716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3pPr>
            <a:lvl4pPr indent="-304800" lvl="3" marL="18288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4pPr>
            <a:lvl5pPr indent="-304800" lvl="4" marL="22860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5pPr>
            <a:lvl6pPr indent="-304800" lvl="5" marL="27432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6pPr>
            <a:lvl7pPr indent="-304800" lvl="6" marL="32004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7pPr>
            <a:lvl8pPr indent="-304800" lvl="7" marL="36576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8pPr>
            <a:lvl9pPr indent="-304800" lvl="8" marL="41148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9pPr>
          </a:lstStyle>
          <a:p/>
        </p:txBody>
      </p:sp>
      <p:sp>
        <p:nvSpPr>
          <p:cNvPr id="64" name="Google Shape;64;p1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lt1"/>
                </a:solidFill>
                <a:latin typeface="DM Sans"/>
                <a:ea typeface="DM Sans"/>
                <a:cs typeface="DM Sans"/>
                <a:sym typeface="DM Sans"/>
              </a:defRPr>
            </a:lvl1pPr>
            <a:lvl2pPr lvl="1" algn="r">
              <a:buNone/>
              <a:defRPr sz="1300">
                <a:solidFill>
                  <a:schemeClr val="lt1"/>
                </a:solidFill>
                <a:latin typeface="DM Sans"/>
                <a:ea typeface="DM Sans"/>
                <a:cs typeface="DM Sans"/>
                <a:sym typeface="DM Sans"/>
              </a:defRPr>
            </a:lvl2pPr>
            <a:lvl3pPr lvl="2" algn="r">
              <a:buNone/>
              <a:defRPr sz="1300">
                <a:solidFill>
                  <a:schemeClr val="lt1"/>
                </a:solidFill>
                <a:latin typeface="DM Sans"/>
                <a:ea typeface="DM Sans"/>
                <a:cs typeface="DM Sans"/>
                <a:sym typeface="DM Sans"/>
              </a:defRPr>
            </a:lvl3pPr>
            <a:lvl4pPr lvl="3" algn="r">
              <a:buNone/>
              <a:defRPr sz="1300">
                <a:solidFill>
                  <a:schemeClr val="lt1"/>
                </a:solidFill>
                <a:latin typeface="DM Sans"/>
                <a:ea typeface="DM Sans"/>
                <a:cs typeface="DM Sans"/>
                <a:sym typeface="DM Sans"/>
              </a:defRPr>
            </a:lvl4pPr>
            <a:lvl5pPr lvl="4" algn="r">
              <a:buNone/>
              <a:defRPr sz="1300">
                <a:solidFill>
                  <a:schemeClr val="lt1"/>
                </a:solidFill>
                <a:latin typeface="DM Sans"/>
                <a:ea typeface="DM Sans"/>
                <a:cs typeface="DM Sans"/>
                <a:sym typeface="DM Sans"/>
              </a:defRPr>
            </a:lvl5pPr>
            <a:lvl6pPr lvl="5" algn="r">
              <a:buNone/>
              <a:defRPr sz="1300">
                <a:solidFill>
                  <a:schemeClr val="lt1"/>
                </a:solidFill>
                <a:latin typeface="DM Sans"/>
                <a:ea typeface="DM Sans"/>
                <a:cs typeface="DM Sans"/>
                <a:sym typeface="DM Sans"/>
              </a:defRPr>
            </a:lvl6pPr>
            <a:lvl7pPr lvl="6" algn="r">
              <a:buNone/>
              <a:defRPr sz="1300">
                <a:solidFill>
                  <a:schemeClr val="lt1"/>
                </a:solidFill>
                <a:latin typeface="DM Sans"/>
                <a:ea typeface="DM Sans"/>
                <a:cs typeface="DM Sans"/>
                <a:sym typeface="DM Sans"/>
              </a:defRPr>
            </a:lvl7pPr>
            <a:lvl8pPr lvl="7" algn="r">
              <a:buNone/>
              <a:defRPr sz="1300">
                <a:solidFill>
                  <a:schemeClr val="lt1"/>
                </a:solidFill>
                <a:latin typeface="DM Sans"/>
                <a:ea typeface="DM Sans"/>
                <a:cs typeface="DM Sans"/>
                <a:sym typeface="DM Sans"/>
              </a:defRPr>
            </a:lvl8pPr>
            <a:lvl9pPr lvl="8" algn="r">
              <a:buNone/>
              <a:defRPr sz="13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 id="2147483705" r:id="rId47"/>
    <p:sldLayoutId id="2147483706" r:id="rId48"/>
    <p:sldLayoutId id="2147483707" r:id="rId49"/>
    <p:sldLayoutId id="2147483708" r:id="rId50"/>
    <p:sldLayoutId id="2147483709" r:id="rId51"/>
    <p:sldLayoutId id="2147483710" r:id="rId52"/>
    <p:sldLayoutId id="2147483711" r:id="rId5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5529">
          <p15:clr>
            <a:srgbClr val="E46962"/>
          </p15:clr>
        </p15:guide>
        <p15:guide id="2" orient="horz" pos="233">
          <p15:clr>
            <a:srgbClr val="E46962"/>
          </p15:clr>
        </p15:guide>
        <p15:guide id="3" orient="horz" pos="3011">
          <p15:clr>
            <a:srgbClr val="E46962"/>
          </p15:clr>
        </p15:guide>
        <p15:guide id="4" pos="2850">
          <p15:clr>
            <a:srgbClr val="E46962"/>
          </p15:clr>
        </p15:guide>
        <p15:guide id="5" pos="2910">
          <p15:clr>
            <a:srgbClr val="E46962"/>
          </p15:clr>
        </p15:guide>
        <p15:guide id="6" pos="1468">
          <p15:clr>
            <a:srgbClr val="E46962"/>
          </p15:clr>
        </p15:guide>
        <p15:guide id="7" pos="1527">
          <p15:clr>
            <a:srgbClr val="E46962"/>
          </p15:clr>
        </p15:guide>
        <p15:guide id="8" pos="4226">
          <p15:clr>
            <a:srgbClr val="E46962"/>
          </p15:clr>
        </p15:guide>
        <p15:guide id="9" pos="4285">
          <p15:clr>
            <a:srgbClr val="E46962"/>
          </p15:clr>
        </p15:guide>
        <p15:guide id="10" pos="3773">
          <p15:clr>
            <a:srgbClr val="E46962"/>
          </p15:clr>
        </p15:guide>
        <p15:guide id="11" pos="3830">
          <p15:clr>
            <a:srgbClr val="E46962"/>
          </p15:clr>
        </p15:guide>
        <p15:guide id="12" pos="1930">
          <p15:clr>
            <a:srgbClr val="E46962"/>
          </p15:clr>
        </p15:guide>
        <p15:guide id="13" pos="1987">
          <p15:clr>
            <a:srgbClr val="E46962"/>
          </p15:clr>
        </p15:guide>
        <p15:guide id="14" orient="horz" pos="2867">
          <p15:clr>
            <a:srgbClr val="E46962"/>
          </p15:clr>
        </p15:guide>
        <p15:guide id="15" orient="horz" pos="1135">
          <p15:clr>
            <a:srgbClr val="E46962"/>
          </p15:clr>
        </p15:guide>
        <p15:guide id="16" orient="horz" pos="1194">
          <p15:clr>
            <a:srgbClr val="E46962"/>
          </p15:clr>
        </p15:guide>
        <p15:guide id="17" orient="horz" pos="2043">
          <p15:clr>
            <a:srgbClr val="E46962"/>
          </p15:clr>
        </p15:guide>
        <p15:guide id="18" orient="horz" pos="2103">
          <p15:clr>
            <a:srgbClr val="E46962"/>
          </p15:clr>
        </p15:guide>
        <p15:guide id="19" pos="228">
          <p15:clr>
            <a:srgbClr val="E46962"/>
          </p15:clr>
        </p15:guide>
        <p15:guide id="20" orient="horz" pos="672">
          <p15:clr>
            <a:srgbClr val="E46962"/>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45" name="Shape 545"/>
        <p:cNvGrpSpPr/>
        <p:nvPr/>
      </p:nvGrpSpPr>
      <p:grpSpPr>
        <a:xfrm>
          <a:off x="0" y="0"/>
          <a:ext cx="0" cy="0"/>
          <a:chOff x="0" y="0"/>
          <a:chExt cx="0" cy="0"/>
        </a:xfrm>
      </p:grpSpPr>
      <p:sp>
        <p:nvSpPr>
          <p:cNvPr id="546" name="Google Shape;546;p67"/>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Play"/>
              <a:buNone/>
              <a:defRPr b="0" i="0" sz="3300" u="none" cap="none" strike="noStrike">
                <a:solidFill>
                  <a:schemeClr val="dk1"/>
                </a:solidFill>
                <a:latin typeface="Play"/>
                <a:ea typeface="Play"/>
                <a:cs typeface="Play"/>
                <a:sym typeface="Play"/>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47" name="Google Shape;547;p67"/>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548" name="Google Shape;548;p6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757575"/>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549" name="Google Shape;549;p6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757575"/>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550" name="Google Shape;550;p67"/>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757575"/>
                </a:solidFill>
                <a:latin typeface="Arial"/>
                <a:ea typeface="Arial"/>
                <a:cs typeface="Arial"/>
                <a:sym typeface="Arial"/>
              </a:defRPr>
            </a:lvl1pPr>
            <a:lvl2pPr indent="0" lvl="1" marL="0" marR="0" rtl="0" algn="r">
              <a:spcBef>
                <a:spcPts val="0"/>
              </a:spcBef>
              <a:buNone/>
              <a:defRPr b="0" i="0" sz="900" u="none" cap="none" strike="noStrike">
                <a:solidFill>
                  <a:srgbClr val="757575"/>
                </a:solidFill>
                <a:latin typeface="Arial"/>
                <a:ea typeface="Arial"/>
                <a:cs typeface="Arial"/>
                <a:sym typeface="Arial"/>
              </a:defRPr>
            </a:lvl2pPr>
            <a:lvl3pPr indent="0" lvl="2" marL="0" marR="0" rtl="0" algn="r">
              <a:spcBef>
                <a:spcPts val="0"/>
              </a:spcBef>
              <a:buNone/>
              <a:defRPr b="0" i="0" sz="900" u="none" cap="none" strike="noStrike">
                <a:solidFill>
                  <a:srgbClr val="757575"/>
                </a:solidFill>
                <a:latin typeface="Arial"/>
                <a:ea typeface="Arial"/>
                <a:cs typeface="Arial"/>
                <a:sym typeface="Arial"/>
              </a:defRPr>
            </a:lvl3pPr>
            <a:lvl4pPr indent="0" lvl="3" marL="0" marR="0" rtl="0" algn="r">
              <a:spcBef>
                <a:spcPts val="0"/>
              </a:spcBef>
              <a:buNone/>
              <a:defRPr b="0" i="0" sz="900" u="none" cap="none" strike="noStrike">
                <a:solidFill>
                  <a:srgbClr val="757575"/>
                </a:solidFill>
                <a:latin typeface="Arial"/>
                <a:ea typeface="Arial"/>
                <a:cs typeface="Arial"/>
                <a:sym typeface="Arial"/>
              </a:defRPr>
            </a:lvl4pPr>
            <a:lvl5pPr indent="0" lvl="4" marL="0" marR="0" rtl="0" algn="r">
              <a:spcBef>
                <a:spcPts val="0"/>
              </a:spcBef>
              <a:buNone/>
              <a:defRPr b="0" i="0" sz="900" u="none" cap="none" strike="noStrike">
                <a:solidFill>
                  <a:srgbClr val="757575"/>
                </a:solidFill>
                <a:latin typeface="Arial"/>
                <a:ea typeface="Arial"/>
                <a:cs typeface="Arial"/>
                <a:sym typeface="Arial"/>
              </a:defRPr>
            </a:lvl5pPr>
            <a:lvl6pPr indent="0" lvl="5" marL="0" marR="0" rtl="0" algn="r">
              <a:spcBef>
                <a:spcPts val="0"/>
              </a:spcBef>
              <a:buNone/>
              <a:defRPr b="0" i="0" sz="900" u="none" cap="none" strike="noStrike">
                <a:solidFill>
                  <a:srgbClr val="757575"/>
                </a:solidFill>
                <a:latin typeface="Arial"/>
                <a:ea typeface="Arial"/>
                <a:cs typeface="Arial"/>
                <a:sym typeface="Arial"/>
              </a:defRPr>
            </a:lvl6pPr>
            <a:lvl7pPr indent="0" lvl="6" marL="0" marR="0" rtl="0" algn="r">
              <a:spcBef>
                <a:spcPts val="0"/>
              </a:spcBef>
              <a:buNone/>
              <a:defRPr b="0" i="0" sz="900" u="none" cap="none" strike="noStrike">
                <a:solidFill>
                  <a:srgbClr val="757575"/>
                </a:solidFill>
                <a:latin typeface="Arial"/>
                <a:ea typeface="Arial"/>
                <a:cs typeface="Arial"/>
                <a:sym typeface="Arial"/>
              </a:defRPr>
            </a:lvl7pPr>
            <a:lvl8pPr indent="0" lvl="7" marL="0" marR="0" rtl="0" algn="r">
              <a:spcBef>
                <a:spcPts val="0"/>
              </a:spcBef>
              <a:buNone/>
              <a:defRPr b="0" i="0" sz="900" u="none" cap="none" strike="noStrike">
                <a:solidFill>
                  <a:srgbClr val="757575"/>
                </a:solidFill>
                <a:latin typeface="Arial"/>
                <a:ea typeface="Arial"/>
                <a:cs typeface="Arial"/>
                <a:sym typeface="Arial"/>
              </a:defRPr>
            </a:lvl8pPr>
            <a:lvl9pPr indent="0" lvl="8" marL="0" marR="0" rtl="0" algn="r">
              <a:spcBef>
                <a:spcPts val="0"/>
              </a:spcBef>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xml"/><Relationship Id="rId3" Type="http://schemas.openxmlformats.org/officeDocument/2006/relationships/image" Target="../media/image1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2.xml"/><Relationship Id="rId3" Type="http://schemas.openxmlformats.org/officeDocument/2006/relationships/image" Target="../media/image3.jpg"/><Relationship Id="rId4" Type="http://schemas.openxmlformats.org/officeDocument/2006/relationships/image" Target="../media/image8.png"/><Relationship Id="rId9" Type="http://schemas.openxmlformats.org/officeDocument/2006/relationships/image" Target="../media/image2.png"/><Relationship Id="rId5" Type="http://schemas.openxmlformats.org/officeDocument/2006/relationships/image" Target="../media/image20.png"/><Relationship Id="rId6" Type="http://schemas.openxmlformats.org/officeDocument/2006/relationships/image" Target="../media/image4.jpg"/><Relationship Id="rId7" Type="http://schemas.openxmlformats.org/officeDocument/2006/relationships/image" Target="../media/image13.png"/><Relationship Id="rId8"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xml"/><Relationship Id="rId3" Type="http://schemas.openxmlformats.org/officeDocument/2006/relationships/hyperlink" Target="https://www.worldatlas.com/how-much-bacteria-is-on-earth.html" TargetMode="External"/><Relationship Id="rId4" Type="http://schemas.openxmlformats.org/officeDocument/2006/relationships/image" Target="../media/image22.png"/><Relationship Id="rId5" Type="http://schemas.openxmlformats.org/officeDocument/2006/relationships/image" Target="../media/image1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4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7.xml"/><Relationship Id="rId3"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38.png"/><Relationship Id="rId5" Type="http://schemas.openxmlformats.org/officeDocument/2006/relationships/image" Target="../media/image3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5.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5.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8.xml"/><Relationship Id="rId3" Type="http://schemas.openxmlformats.org/officeDocument/2006/relationships/image" Target="../media/image4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9.xml"/><Relationship Id="rId3" Type="http://schemas.openxmlformats.org/officeDocument/2006/relationships/image" Target="../media/image47.png"/><Relationship Id="rId4" Type="http://schemas.openxmlformats.org/officeDocument/2006/relationships/image" Target="../media/image26.png"/><Relationship Id="rId5" Type="http://schemas.openxmlformats.org/officeDocument/2006/relationships/image" Target="../media/image35.png"/><Relationship Id="rId6" Type="http://schemas.openxmlformats.org/officeDocument/2006/relationships/image" Target="../media/image39.png"/><Relationship Id="rId7" Type="http://schemas.openxmlformats.org/officeDocument/2006/relationships/image" Target="../media/image4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5.xml"/><Relationship Id="rId2" Type="http://schemas.openxmlformats.org/officeDocument/2006/relationships/notesSlide" Target="../notesSlides/notesSlide20.xml"/><Relationship Id="rId3"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5.xml"/><Relationship Id="rId2" Type="http://schemas.openxmlformats.org/officeDocument/2006/relationships/notesSlide" Target="../notesSlides/notesSlide22.xml"/><Relationship Id="rId3"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5.xml"/><Relationship Id="rId2" Type="http://schemas.openxmlformats.org/officeDocument/2006/relationships/notesSlide" Target="../notesSlides/notesSlide23.xml"/><Relationship Id="rId3" Type="http://schemas.openxmlformats.org/officeDocument/2006/relationships/image" Target="../media/image2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5.xml"/><Relationship Id="rId2" Type="http://schemas.openxmlformats.org/officeDocument/2006/relationships/notesSlide" Target="../notesSlides/notesSlide25.xml"/><Relationship Id="rId3"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6.xml"/><Relationship Id="rId3" Type="http://schemas.openxmlformats.org/officeDocument/2006/relationships/image" Target="../media/image14.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9.xml"/><Relationship Id="rId3" Type="http://schemas.openxmlformats.org/officeDocument/2006/relationships/image" Target="../media/image10.png"/><Relationship Id="rId4" Type="http://schemas.openxmlformats.org/officeDocument/2006/relationships/image" Target="../media/image4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30.xml"/><Relationship Id="rId3" Type="http://schemas.openxmlformats.org/officeDocument/2006/relationships/hyperlink" Target="https://chat.openai.com/" TargetMode="External"/><Relationship Id="rId4" Type="http://schemas.openxmlformats.org/officeDocument/2006/relationships/image" Target="../media/image2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32.xml"/><Relationship Id="rId3" Type="http://schemas.openxmlformats.org/officeDocument/2006/relationships/image" Target="../media/image19.png"/><Relationship Id="rId4" Type="http://schemas.openxmlformats.org/officeDocument/2006/relationships/image" Target="../media/image2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33.xml"/><Relationship Id="rId3" Type="http://schemas.openxmlformats.org/officeDocument/2006/relationships/image" Target="../media/image25.png"/><Relationship Id="rId4" Type="http://schemas.openxmlformats.org/officeDocument/2006/relationships/image" Target="../media/image41.png"/><Relationship Id="rId5" Type="http://schemas.openxmlformats.org/officeDocument/2006/relationships/image" Target="../media/image48.png"/><Relationship Id="rId6" Type="http://schemas.openxmlformats.org/officeDocument/2006/relationships/image" Target="../media/image57.png"/><Relationship Id="rId7" Type="http://schemas.openxmlformats.org/officeDocument/2006/relationships/image" Target="../media/image1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34.xml"/><Relationship Id="rId3" Type="http://schemas.openxmlformats.org/officeDocument/2006/relationships/image" Target="../media/image3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35.xml"/><Relationship Id="rId3" Type="http://schemas.openxmlformats.org/officeDocument/2006/relationships/image" Target="../media/image36.png"/><Relationship Id="rId4" Type="http://schemas.openxmlformats.org/officeDocument/2006/relationships/image" Target="../media/image30.png"/><Relationship Id="rId5" Type="http://schemas.openxmlformats.org/officeDocument/2006/relationships/image" Target="../media/image33.png"/><Relationship Id="rId6" Type="http://schemas.openxmlformats.org/officeDocument/2006/relationships/image" Target="../media/image31.png"/><Relationship Id="rId7" Type="http://schemas.openxmlformats.org/officeDocument/2006/relationships/image" Target="../media/image29.png"/><Relationship Id="rId8" Type="http://schemas.openxmlformats.org/officeDocument/2006/relationships/image" Target="../media/image3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7.xml"/><Relationship Id="rId2" Type="http://schemas.openxmlformats.org/officeDocument/2006/relationships/notesSlide" Target="../notesSlides/notesSlide36.xml"/><Relationship Id="rId3" Type="http://schemas.openxmlformats.org/officeDocument/2006/relationships/image" Target="../media/image34.png"/><Relationship Id="rId4" Type="http://schemas.openxmlformats.org/officeDocument/2006/relationships/image" Target="../media/image4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38.xml"/><Relationship Id="rId3" Type="http://schemas.openxmlformats.org/officeDocument/2006/relationships/image" Target="../media/image51.png"/><Relationship Id="rId4" Type="http://schemas.openxmlformats.org/officeDocument/2006/relationships/image" Target="../media/image6.png"/><Relationship Id="rId5" Type="http://schemas.openxmlformats.org/officeDocument/2006/relationships/image" Target="../media/image38.png"/><Relationship Id="rId6" Type="http://schemas.openxmlformats.org/officeDocument/2006/relationships/image" Target="../media/image32.png"/><Relationship Id="rId7" Type="http://schemas.openxmlformats.org/officeDocument/2006/relationships/image" Target="../media/image3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39.xml"/><Relationship Id="rId3" Type="http://schemas.openxmlformats.org/officeDocument/2006/relationships/image" Target="../media/image44.png"/><Relationship Id="rId4" Type="http://schemas.openxmlformats.org/officeDocument/2006/relationships/image" Target="../media/image4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0.xml"/><Relationship Id="rId3" Type="http://schemas.openxmlformats.org/officeDocument/2006/relationships/image" Target="../media/image5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1.xml"/><Relationship Id="rId3" Type="http://schemas.openxmlformats.org/officeDocument/2006/relationships/image" Target="../media/image5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2.xml"/><Relationship Id="rId3" Type="http://schemas.openxmlformats.org/officeDocument/2006/relationships/image" Target="../media/image4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43.xml"/><Relationship Id="rId3" Type="http://schemas.openxmlformats.org/officeDocument/2006/relationships/image" Target="../media/image54.png"/><Relationship Id="rId4" Type="http://schemas.openxmlformats.org/officeDocument/2006/relationships/image" Target="../media/image52.png"/><Relationship Id="rId5" Type="http://schemas.openxmlformats.org/officeDocument/2006/relationships/image" Target="../media/image49.png"/><Relationship Id="rId6" Type="http://schemas.openxmlformats.org/officeDocument/2006/relationships/image" Target="../media/image50.png"/><Relationship Id="rId7" Type="http://schemas.openxmlformats.org/officeDocument/2006/relationships/image" Target="../media/image5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79"/>
          <p:cNvSpPr txBox="1"/>
          <p:nvPr>
            <p:ph type="title"/>
          </p:nvPr>
        </p:nvSpPr>
        <p:spPr>
          <a:xfrm>
            <a:off x="327150" y="1621650"/>
            <a:ext cx="4193100" cy="1900200"/>
          </a:xfrm>
          <a:prstGeom prst="rect">
            <a:avLst/>
          </a:prstGeom>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 sz="2900"/>
              <a:t>Accurate Virus-Bacteria Classification from Metagenomic Sequences Using Protein Language Models</a:t>
            </a:r>
            <a:endParaRPr sz="2900"/>
          </a:p>
        </p:txBody>
      </p:sp>
      <p:pic>
        <p:nvPicPr>
          <p:cNvPr id="625" name="Google Shape;625;p79"/>
          <p:cNvPicPr preferRelativeResize="0"/>
          <p:nvPr/>
        </p:nvPicPr>
        <p:blipFill rotWithShape="1">
          <a:blip r:embed="rId3">
            <a:alphaModFix/>
          </a:blip>
          <a:srcRect b="0" l="21504" r="32763" t="0"/>
          <a:stretch/>
        </p:blipFill>
        <p:spPr>
          <a:xfrm>
            <a:off x="4951025" y="0"/>
            <a:ext cx="4192973" cy="51435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80"/>
          <p:cNvSpPr txBox="1"/>
          <p:nvPr>
            <p:ph idx="5" type="subTitle"/>
          </p:nvPr>
        </p:nvSpPr>
        <p:spPr>
          <a:xfrm>
            <a:off x="1460933" y="1440924"/>
            <a:ext cx="4047600" cy="281700"/>
          </a:xfrm>
          <a:prstGeom prst="rect">
            <a:avLst/>
          </a:prstGeom>
        </p:spPr>
        <p:txBody>
          <a:bodyPr anchorCtr="0" anchor="ctr" bIns="137200" lIns="137200" spcFirstLastPara="1" rIns="137200" wrap="square" tIns="137200">
            <a:noAutofit/>
          </a:bodyPr>
          <a:lstStyle/>
          <a:p>
            <a:pPr indent="0" lvl="0" marL="0" rtl="0" algn="l">
              <a:spcBef>
                <a:spcPts val="0"/>
              </a:spcBef>
              <a:spcAft>
                <a:spcPts val="0"/>
              </a:spcAft>
              <a:buNone/>
            </a:pPr>
            <a:r>
              <a:rPr lang="en" sz="1201"/>
              <a:t>KGI Assistant Professor of Bioinformatics and Data Analytics</a:t>
            </a:r>
            <a:endParaRPr sz="1201"/>
          </a:p>
        </p:txBody>
      </p:sp>
      <p:sp>
        <p:nvSpPr>
          <p:cNvPr id="631" name="Google Shape;631;p80"/>
          <p:cNvSpPr txBox="1"/>
          <p:nvPr>
            <p:ph idx="6" type="subTitle"/>
          </p:nvPr>
        </p:nvSpPr>
        <p:spPr>
          <a:xfrm>
            <a:off x="1460933" y="1111334"/>
            <a:ext cx="3470100" cy="329700"/>
          </a:xfrm>
          <a:prstGeom prst="rect">
            <a:avLst/>
          </a:prstGeom>
        </p:spPr>
        <p:txBody>
          <a:bodyPr anchorCtr="0" anchor="ctr" bIns="137200" lIns="137200" spcFirstLastPara="1" rIns="137200" wrap="square" tIns="137200">
            <a:noAutofit/>
          </a:bodyPr>
          <a:lstStyle/>
          <a:p>
            <a:pPr indent="0" lvl="0" marL="0" rtl="0" algn="l">
              <a:spcBef>
                <a:spcPts val="0"/>
              </a:spcBef>
              <a:spcAft>
                <a:spcPts val="0"/>
              </a:spcAft>
              <a:buNone/>
            </a:pPr>
            <a:r>
              <a:rPr lang="en" sz="2101"/>
              <a:t>J.  Cesar Espinoza, PhD</a:t>
            </a:r>
            <a:endParaRPr sz="2101"/>
          </a:p>
        </p:txBody>
      </p:sp>
      <p:sp>
        <p:nvSpPr>
          <p:cNvPr id="632" name="Google Shape;632;p80"/>
          <p:cNvSpPr txBox="1"/>
          <p:nvPr>
            <p:ph idx="9" type="subTitle"/>
          </p:nvPr>
        </p:nvSpPr>
        <p:spPr>
          <a:xfrm>
            <a:off x="5852494" y="2806338"/>
            <a:ext cx="3040800" cy="281700"/>
          </a:xfrm>
          <a:prstGeom prst="rect">
            <a:avLst/>
          </a:prstGeom>
        </p:spPr>
        <p:txBody>
          <a:bodyPr anchorCtr="0" anchor="ctr" bIns="137200" lIns="137200" spcFirstLastPara="1" rIns="137200" wrap="square" tIns="137200">
            <a:noAutofit/>
          </a:bodyPr>
          <a:lstStyle/>
          <a:p>
            <a:pPr indent="0" lvl="0" marL="0" rtl="0" algn="l">
              <a:spcBef>
                <a:spcPts val="0"/>
              </a:spcBef>
              <a:spcAft>
                <a:spcPts val="0"/>
              </a:spcAft>
              <a:buNone/>
            </a:pPr>
            <a:r>
              <a:rPr lang="en" sz="1201"/>
              <a:t>UCI</a:t>
            </a:r>
            <a:r>
              <a:rPr lang="en" sz="1201"/>
              <a:t> Computer Science Student</a:t>
            </a:r>
            <a:endParaRPr sz="1201"/>
          </a:p>
        </p:txBody>
      </p:sp>
      <p:sp>
        <p:nvSpPr>
          <p:cNvPr id="633" name="Google Shape;633;p80"/>
          <p:cNvSpPr txBox="1"/>
          <p:nvPr>
            <p:ph idx="13" type="subTitle"/>
          </p:nvPr>
        </p:nvSpPr>
        <p:spPr>
          <a:xfrm>
            <a:off x="5852494" y="2476766"/>
            <a:ext cx="3040800" cy="329700"/>
          </a:xfrm>
          <a:prstGeom prst="rect">
            <a:avLst/>
          </a:prstGeom>
        </p:spPr>
        <p:txBody>
          <a:bodyPr anchorCtr="0" anchor="ctr" bIns="137200" lIns="137200" spcFirstLastPara="1" rIns="137200" wrap="square" tIns="137200">
            <a:noAutofit/>
          </a:bodyPr>
          <a:lstStyle/>
          <a:p>
            <a:pPr indent="0" lvl="0" marL="0" rtl="0" algn="l">
              <a:spcBef>
                <a:spcPts val="0"/>
              </a:spcBef>
              <a:spcAft>
                <a:spcPts val="0"/>
              </a:spcAft>
              <a:buNone/>
            </a:pPr>
            <a:r>
              <a:rPr lang="en" sz="2101"/>
              <a:t>Joshua Barrow</a:t>
            </a:r>
            <a:endParaRPr sz="2101"/>
          </a:p>
        </p:txBody>
      </p:sp>
      <p:sp>
        <p:nvSpPr>
          <p:cNvPr id="634" name="Google Shape;634;p80"/>
          <p:cNvSpPr txBox="1"/>
          <p:nvPr>
            <p:ph idx="14" type="subTitle"/>
          </p:nvPr>
        </p:nvSpPr>
        <p:spPr>
          <a:xfrm>
            <a:off x="5852494" y="3036814"/>
            <a:ext cx="3040800" cy="329700"/>
          </a:xfrm>
          <a:prstGeom prst="rect">
            <a:avLst/>
          </a:prstGeom>
        </p:spPr>
        <p:txBody>
          <a:bodyPr anchorCtr="0" anchor="ctr" bIns="137200" lIns="137200" spcFirstLastPara="1" rIns="137200" wrap="square" tIns="137200">
            <a:noAutofit/>
          </a:bodyPr>
          <a:lstStyle/>
          <a:p>
            <a:pPr indent="0" lvl="0" marL="0" rtl="0" algn="l">
              <a:spcBef>
                <a:spcPts val="0"/>
              </a:spcBef>
              <a:spcAft>
                <a:spcPts val="0"/>
              </a:spcAft>
              <a:buNone/>
            </a:pPr>
            <a:r>
              <a:rPr lang="en" sz="1351"/>
              <a:t>barrowj</a:t>
            </a:r>
            <a:r>
              <a:rPr lang="en" sz="1351"/>
              <a:t>@uci.edu</a:t>
            </a:r>
            <a:endParaRPr sz="1351"/>
          </a:p>
        </p:txBody>
      </p:sp>
      <p:pic>
        <p:nvPicPr>
          <p:cNvPr descr="A portrait of a woman in a modern office. " id="635" name="Google Shape;635;p80"/>
          <p:cNvPicPr preferRelativeResize="0"/>
          <p:nvPr>
            <p:ph idx="15" type="pic"/>
          </p:nvPr>
        </p:nvPicPr>
        <p:blipFill rotWithShape="1">
          <a:blip r:embed="rId3">
            <a:alphaModFix/>
          </a:blip>
          <a:srcRect b="0" l="17675" r="17675" t="0"/>
          <a:stretch/>
        </p:blipFill>
        <p:spPr>
          <a:xfrm>
            <a:off x="4847089" y="2493801"/>
            <a:ext cx="796052" cy="796062"/>
          </a:xfrm>
          <a:prstGeom prst="rect">
            <a:avLst/>
          </a:prstGeom>
        </p:spPr>
      </p:pic>
      <p:sp>
        <p:nvSpPr>
          <p:cNvPr id="636" name="Google Shape;636;p80"/>
          <p:cNvSpPr txBox="1"/>
          <p:nvPr>
            <p:ph idx="16" type="subTitle"/>
          </p:nvPr>
        </p:nvSpPr>
        <p:spPr>
          <a:xfrm>
            <a:off x="1460925" y="2806350"/>
            <a:ext cx="3291600" cy="234000"/>
          </a:xfrm>
          <a:prstGeom prst="rect">
            <a:avLst/>
          </a:prstGeom>
        </p:spPr>
        <p:txBody>
          <a:bodyPr anchorCtr="0" anchor="ctr" bIns="137200" lIns="137200" spcFirstLastPara="1" rIns="137200" wrap="square" tIns="137200">
            <a:noAutofit/>
          </a:bodyPr>
          <a:lstStyle/>
          <a:p>
            <a:pPr indent="0" lvl="0" marL="0" rtl="0" algn="l">
              <a:spcBef>
                <a:spcPts val="0"/>
              </a:spcBef>
              <a:spcAft>
                <a:spcPts val="0"/>
              </a:spcAft>
              <a:buNone/>
            </a:pPr>
            <a:r>
              <a:rPr lang="en" sz="1201"/>
              <a:t>UCLA Mathematics of Computation Student</a:t>
            </a:r>
            <a:endParaRPr sz="1201"/>
          </a:p>
        </p:txBody>
      </p:sp>
      <p:sp>
        <p:nvSpPr>
          <p:cNvPr id="637" name="Google Shape;637;p80"/>
          <p:cNvSpPr txBox="1"/>
          <p:nvPr>
            <p:ph idx="17" type="subTitle"/>
          </p:nvPr>
        </p:nvSpPr>
        <p:spPr>
          <a:xfrm>
            <a:off x="1460933" y="2476766"/>
            <a:ext cx="3040800" cy="329700"/>
          </a:xfrm>
          <a:prstGeom prst="rect">
            <a:avLst/>
          </a:prstGeom>
        </p:spPr>
        <p:txBody>
          <a:bodyPr anchorCtr="0" anchor="ctr" bIns="137200" lIns="137200" spcFirstLastPara="1" rIns="137200" wrap="square" tIns="137200">
            <a:noAutofit/>
          </a:bodyPr>
          <a:lstStyle/>
          <a:p>
            <a:pPr indent="0" lvl="0" marL="0" rtl="0" algn="l">
              <a:spcBef>
                <a:spcPts val="0"/>
              </a:spcBef>
              <a:spcAft>
                <a:spcPts val="0"/>
              </a:spcAft>
              <a:buNone/>
            </a:pPr>
            <a:r>
              <a:rPr lang="en" sz="2101"/>
              <a:t>Ryan Fue</a:t>
            </a:r>
            <a:endParaRPr sz="2101"/>
          </a:p>
        </p:txBody>
      </p:sp>
      <p:sp>
        <p:nvSpPr>
          <p:cNvPr id="638" name="Google Shape;638;p80"/>
          <p:cNvSpPr txBox="1"/>
          <p:nvPr>
            <p:ph idx="18" type="subTitle"/>
          </p:nvPr>
        </p:nvSpPr>
        <p:spPr>
          <a:xfrm>
            <a:off x="1460933" y="3021814"/>
            <a:ext cx="3040800" cy="329700"/>
          </a:xfrm>
          <a:prstGeom prst="rect">
            <a:avLst/>
          </a:prstGeom>
        </p:spPr>
        <p:txBody>
          <a:bodyPr anchorCtr="0" anchor="ctr" bIns="137200" lIns="137200" spcFirstLastPara="1" rIns="137200" wrap="square" tIns="137200">
            <a:noAutofit/>
          </a:bodyPr>
          <a:lstStyle/>
          <a:p>
            <a:pPr indent="0" lvl="0" marL="0" rtl="0" algn="l">
              <a:spcBef>
                <a:spcPts val="0"/>
              </a:spcBef>
              <a:spcAft>
                <a:spcPts val="0"/>
              </a:spcAft>
              <a:buNone/>
            </a:pPr>
            <a:r>
              <a:rPr lang="en" sz="1351"/>
              <a:t>ryanfue@ucla.edu</a:t>
            </a:r>
            <a:endParaRPr sz="1351"/>
          </a:p>
        </p:txBody>
      </p:sp>
      <p:sp>
        <p:nvSpPr>
          <p:cNvPr id="639" name="Google Shape;639;p80"/>
          <p:cNvSpPr txBox="1"/>
          <p:nvPr>
            <p:ph type="title"/>
          </p:nvPr>
        </p:nvSpPr>
        <p:spPr>
          <a:xfrm>
            <a:off x="444600" y="369300"/>
            <a:ext cx="2450700" cy="49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Our </a:t>
            </a:r>
            <a:r>
              <a:rPr i="1" lang="en"/>
              <a:t>team</a:t>
            </a:r>
            <a:endParaRPr i="1"/>
          </a:p>
        </p:txBody>
      </p:sp>
      <p:sp>
        <p:nvSpPr>
          <p:cNvPr id="640" name="Google Shape;640;p80"/>
          <p:cNvSpPr txBox="1"/>
          <p:nvPr>
            <p:ph idx="12" type="sldNum"/>
          </p:nvPr>
        </p:nvSpPr>
        <p:spPr>
          <a:xfrm>
            <a:off x="8354025" y="4662950"/>
            <a:ext cx="548700" cy="234000"/>
          </a:xfrm>
          <a:prstGeom prst="rect">
            <a:avLst/>
          </a:prstGeom>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sz="900"/>
              <a:t>‹#›</a:t>
            </a:fld>
            <a:endParaRPr sz="900"/>
          </a:p>
        </p:txBody>
      </p:sp>
      <p:cxnSp>
        <p:nvCxnSpPr>
          <p:cNvPr id="641" name="Google Shape;641;p80"/>
          <p:cNvCxnSpPr/>
          <p:nvPr/>
        </p:nvCxnSpPr>
        <p:spPr>
          <a:xfrm>
            <a:off x="4854992" y="2231428"/>
            <a:ext cx="4047600" cy="0"/>
          </a:xfrm>
          <a:prstGeom prst="straightConnector1">
            <a:avLst/>
          </a:prstGeom>
          <a:noFill/>
          <a:ln cap="flat" cmpd="sng" w="9525">
            <a:solidFill>
              <a:schemeClr val="accent6"/>
            </a:solidFill>
            <a:prstDash val="solid"/>
            <a:round/>
            <a:headEnd len="med" w="med" type="none"/>
            <a:tailEnd len="med" w="med" type="none"/>
          </a:ln>
        </p:spPr>
      </p:cxnSp>
      <p:cxnSp>
        <p:nvCxnSpPr>
          <p:cNvPr id="642" name="Google Shape;642;p80"/>
          <p:cNvCxnSpPr/>
          <p:nvPr/>
        </p:nvCxnSpPr>
        <p:spPr>
          <a:xfrm>
            <a:off x="488382" y="2231428"/>
            <a:ext cx="4047600" cy="0"/>
          </a:xfrm>
          <a:prstGeom prst="straightConnector1">
            <a:avLst/>
          </a:prstGeom>
          <a:noFill/>
          <a:ln cap="flat" cmpd="sng" w="9525">
            <a:solidFill>
              <a:schemeClr val="accent6"/>
            </a:solidFill>
            <a:prstDash val="solid"/>
            <a:round/>
            <a:headEnd len="med" w="med" type="none"/>
            <a:tailEnd len="med" w="med" type="none"/>
          </a:ln>
        </p:spPr>
      </p:cxnSp>
      <p:pic>
        <p:nvPicPr>
          <p:cNvPr id="643" name="Google Shape;643;p80"/>
          <p:cNvPicPr preferRelativeResize="0"/>
          <p:nvPr/>
        </p:nvPicPr>
        <p:blipFill rotWithShape="1">
          <a:blip r:embed="rId4">
            <a:alphaModFix/>
          </a:blip>
          <a:srcRect b="8316" l="0" r="0" t="0"/>
          <a:stretch/>
        </p:blipFill>
        <p:spPr>
          <a:xfrm>
            <a:off x="444600" y="1016225"/>
            <a:ext cx="773695" cy="930994"/>
          </a:xfrm>
          <a:prstGeom prst="rect">
            <a:avLst/>
          </a:prstGeom>
          <a:noFill/>
          <a:ln>
            <a:noFill/>
          </a:ln>
        </p:spPr>
      </p:pic>
      <p:pic>
        <p:nvPicPr>
          <p:cNvPr id="644" name="Google Shape;644;p80"/>
          <p:cNvPicPr preferRelativeResize="0"/>
          <p:nvPr/>
        </p:nvPicPr>
        <p:blipFill rotWithShape="1">
          <a:blip r:embed="rId5">
            <a:alphaModFix/>
          </a:blip>
          <a:srcRect b="26060" l="22940" r="24094" t="32316"/>
          <a:stretch/>
        </p:blipFill>
        <p:spPr>
          <a:xfrm>
            <a:off x="444600" y="2380120"/>
            <a:ext cx="773692" cy="853130"/>
          </a:xfrm>
          <a:prstGeom prst="rect">
            <a:avLst/>
          </a:prstGeom>
          <a:noFill/>
          <a:ln>
            <a:noFill/>
          </a:ln>
        </p:spPr>
      </p:pic>
      <p:pic>
        <p:nvPicPr>
          <p:cNvPr id="645" name="Google Shape;645;p80" title="68fc64c2-f271-4453-9568-acf8b384fc4b~1.jpg"/>
          <p:cNvPicPr preferRelativeResize="0"/>
          <p:nvPr/>
        </p:nvPicPr>
        <p:blipFill>
          <a:blip r:embed="rId6">
            <a:alphaModFix/>
          </a:blip>
          <a:stretch>
            <a:fillRect/>
          </a:stretch>
        </p:blipFill>
        <p:spPr>
          <a:xfrm>
            <a:off x="4847100" y="2390967"/>
            <a:ext cx="796051" cy="1001740"/>
          </a:xfrm>
          <a:prstGeom prst="rect">
            <a:avLst/>
          </a:prstGeom>
          <a:noFill/>
          <a:ln>
            <a:noFill/>
          </a:ln>
        </p:spPr>
      </p:pic>
      <p:pic>
        <p:nvPicPr>
          <p:cNvPr id="646" name="Google Shape;646;p80"/>
          <p:cNvPicPr preferRelativeResize="0"/>
          <p:nvPr/>
        </p:nvPicPr>
        <p:blipFill>
          <a:blip r:embed="rId7">
            <a:alphaModFix/>
          </a:blip>
          <a:stretch>
            <a:fillRect/>
          </a:stretch>
        </p:blipFill>
        <p:spPr>
          <a:xfrm>
            <a:off x="5793001" y="369300"/>
            <a:ext cx="2171625" cy="1708116"/>
          </a:xfrm>
          <a:prstGeom prst="rect">
            <a:avLst/>
          </a:prstGeom>
          <a:noFill/>
          <a:ln>
            <a:noFill/>
          </a:ln>
        </p:spPr>
      </p:pic>
      <p:pic>
        <p:nvPicPr>
          <p:cNvPr id="647" name="Google Shape;647;p80"/>
          <p:cNvPicPr preferRelativeResize="0"/>
          <p:nvPr/>
        </p:nvPicPr>
        <p:blipFill>
          <a:blip r:embed="rId8">
            <a:alphaModFix/>
          </a:blip>
          <a:stretch>
            <a:fillRect/>
          </a:stretch>
        </p:blipFill>
        <p:spPr>
          <a:xfrm>
            <a:off x="1522099" y="3392700"/>
            <a:ext cx="1615425" cy="1616774"/>
          </a:xfrm>
          <a:prstGeom prst="rect">
            <a:avLst/>
          </a:prstGeom>
          <a:noFill/>
          <a:ln>
            <a:noFill/>
          </a:ln>
        </p:spPr>
      </p:pic>
      <p:pic>
        <p:nvPicPr>
          <p:cNvPr id="648" name="Google Shape;648;p80"/>
          <p:cNvPicPr preferRelativeResize="0"/>
          <p:nvPr/>
        </p:nvPicPr>
        <p:blipFill>
          <a:blip r:embed="rId9">
            <a:alphaModFix/>
          </a:blip>
          <a:stretch>
            <a:fillRect/>
          </a:stretch>
        </p:blipFill>
        <p:spPr>
          <a:xfrm>
            <a:off x="6071088" y="3393375"/>
            <a:ext cx="1615425" cy="16154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81"/>
          <p:cNvSpPr/>
          <p:nvPr/>
        </p:nvSpPr>
        <p:spPr>
          <a:xfrm>
            <a:off x="50" y="1804397"/>
            <a:ext cx="3048000" cy="13707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DM Sans"/>
              <a:ea typeface="DM Sans"/>
              <a:cs typeface="DM Sans"/>
              <a:sym typeface="DM Sans"/>
            </a:endParaRPr>
          </a:p>
        </p:txBody>
      </p:sp>
      <p:sp>
        <p:nvSpPr>
          <p:cNvPr id="654" name="Google Shape;654;p81"/>
          <p:cNvSpPr/>
          <p:nvPr/>
        </p:nvSpPr>
        <p:spPr>
          <a:xfrm>
            <a:off x="3048087" y="1804397"/>
            <a:ext cx="3048000" cy="13707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DM Sans"/>
              <a:ea typeface="DM Sans"/>
              <a:cs typeface="DM Sans"/>
              <a:sym typeface="DM Sans"/>
            </a:endParaRPr>
          </a:p>
        </p:txBody>
      </p:sp>
      <p:sp>
        <p:nvSpPr>
          <p:cNvPr id="655" name="Google Shape;655;p81"/>
          <p:cNvSpPr/>
          <p:nvPr/>
        </p:nvSpPr>
        <p:spPr>
          <a:xfrm>
            <a:off x="6096124" y="1804397"/>
            <a:ext cx="3048000" cy="13707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DM Sans"/>
              <a:ea typeface="DM Sans"/>
              <a:cs typeface="DM Sans"/>
              <a:sym typeface="DM Sans"/>
            </a:endParaRPr>
          </a:p>
        </p:txBody>
      </p:sp>
      <p:sp>
        <p:nvSpPr>
          <p:cNvPr id="656" name="Google Shape;656;p81"/>
          <p:cNvSpPr/>
          <p:nvPr/>
        </p:nvSpPr>
        <p:spPr>
          <a:xfrm>
            <a:off x="50" y="3174279"/>
            <a:ext cx="3048000" cy="13707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DM Sans"/>
              <a:ea typeface="DM Sans"/>
              <a:cs typeface="DM Sans"/>
              <a:sym typeface="DM Sans"/>
            </a:endParaRPr>
          </a:p>
        </p:txBody>
      </p:sp>
      <p:sp>
        <p:nvSpPr>
          <p:cNvPr id="657" name="Google Shape;657;p81"/>
          <p:cNvSpPr/>
          <p:nvPr/>
        </p:nvSpPr>
        <p:spPr>
          <a:xfrm>
            <a:off x="3048087" y="3174279"/>
            <a:ext cx="3048000" cy="13707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DM Sans"/>
              <a:ea typeface="DM Sans"/>
              <a:cs typeface="DM Sans"/>
              <a:sym typeface="DM Sans"/>
            </a:endParaRPr>
          </a:p>
        </p:txBody>
      </p:sp>
      <p:sp>
        <p:nvSpPr>
          <p:cNvPr id="658" name="Google Shape;658;p81"/>
          <p:cNvSpPr/>
          <p:nvPr/>
        </p:nvSpPr>
        <p:spPr>
          <a:xfrm>
            <a:off x="6096124" y="3174279"/>
            <a:ext cx="3048000" cy="13707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DM Sans"/>
              <a:ea typeface="DM Sans"/>
              <a:cs typeface="DM Sans"/>
              <a:sym typeface="DM Sans"/>
            </a:endParaRPr>
          </a:p>
        </p:txBody>
      </p:sp>
      <p:sp>
        <p:nvSpPr>
          <p:cNvPr id="659" name="Google Shape;659;p81"/>
          <p:cNvSpPr txBox="1"/>
          <p:nvPr>
            <p:ph idx="1" type="subTitle"/>
          </p:nvPr>
        </p:nvSpPr>
        <p:spPr>
          <a:xfrm>
            <a:off x="363200" y="2516650"/>
            <a:ext cx="2321700" cy="187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Bacteria and Virus Genomics</a:t>
            </a:r>
            <a:endParaRPr/>
          </a:p>
        </p:txBody>
      </p:sp>
      <p:sp>
        <p:nvSpPr>
          <p:cNvPr id="660" name="Google Shape;660;p81"/>
          <p:cNvSpPr txBox="1"/>
          <p:nvPr>
            <p:ph idx="2" type="subTitle"/>
          </p:nvPr>
        </p:nvSpPr>
        <p:spPr>
          <a:xfrm>
            <a:off x="361975" y="2227250"/>
            <a:ext cx="2321700" cy="219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1</a:t>
            </a:r>
            <a:endParaRPr/>
          </a:p>
        </p:txBody>
      </p:sp>
      <p:sp>
        <p:nvSpPr>
          <p:cNvPr id="661" name="Google Shape;661;p81"/>
          <p:cNvSpPr txBox="1"/>
          <p:nvPr>
            <p:ph idx="12" type="sldNum"/>
          </p:nvPr>
        </p:nvSpPr>
        <p:spPr>
          <a:xfrm>
            <a:off x="8328825" y="4665900"/>
            <a:ext cx="548700" cy="234000"/>
          </a:xfrm>
          <a:prstGeom prst="rect">
            <a:avLst/>
          </a:prstGeom>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sz="900"/>
              <a:t>‹#›</a:t>
            </a:fld>
            <a:endParaRPr sz="900"/>
          </a:p>
        </p:txBody>
      </p:sp>
      <p:sp>
        <p:nvSpPr>
          <p:cNvPr id="662" name="Google Shape;662;p81"/>
          <p:cNvSpPr txBox="1"/>
          <p:nvPr>
            <p:ph type="title"/>
          </p:nvPr>
        </p:nvSpPr>
        <p:spPr>
          <a:xfrm>
            <a:off x="361975" y="962092"/>
            <a:ext cx="5718600" cy="49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Content </a:t>
            </a:r>
            <a:r>
              <a:rPr i="1" lang="en"/>
              <a:t>o</a:t>
            </a:r>
            <a:r>
              <a:rPr i="1" lang="en"/>
              <a:t>verview</a:t>
            </a:r>
            <a:endParaRPr i="1"/>
          </a:p>
        </p:txBody>
      </p:sp>
      <p:sp>
        <p:nvSpPr>
          <p:cNvPr id="663" name="Google Shape;663;p81"/>
          <p:cNvSpPr txBox="1"/>
          <p:nvPr>
            <p:ph idx="4" type="subTitle"/>
          </p:nvPr>
        </p:nvSpPr>
        <p:spPr>
          <a:xfrm>
            <a:off x="3411825" y="2516650"/>
            <a:ext cx="2321700" cy="187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Methodology</a:t>
            </a:r>
            <a:endParaRPr/>
          </a:p>
          <a:p>
            <a:pPr indent="0" lvl="0" marL="0" rtl="0" algn="l">
              <a:spcBef>
                <a:spcPts val="0"/>
              </a:spcBef>
              <a:spcAft>
                <a:spcPts val="0"/>
              </a:spcAft>
              <a:buNone/>
            </a:pPr>
            <a:r>
              <a:t/>
            </a:r>
            <a:endParaRPr/>
          </a:p>
        </p:txBody>
      </p:sp>
      <p:sp>
        <p:nvSpPr>
          <p:cNvPr id="664" name="Google Shape;664;p81"/>
          <p:cNvSpPr txBox="1"/>
          <p:nvPr>
            <p:ph idx="5" type="subTitle"/>
          </p:nvPr>
        </p:nvSpPr>
        <p:spPr>
          <a:xfrm>
            <a:off x="3410600" y="2227250"/>
            <a:ext cx="2321700" cy="219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2</a:t>
            </a:r>
            <a:endParaRPr/>
          </a:p>
        </p:txBody>
      </p:sp>
      <p:sp>
        <p:nvSpPr>
          <p:cNvPr id="665" name="Google Shape;665;p81"/>
          <p:cNvSpPr txBox="1"/>
          <p:nvPr>
            <p:ph idx="6" type="subTitle"/>
          </p:nvPr>
        </p:nvSpPr>
        <p:spPr>
          <a:xfrm>
            <a:off x="6460475" y="2516650"/>
            <a:ext cx="2321700" cy="187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Machine Learning Models</a:t>
            </a:r>
            <a:endParaRPr/>
          </a:p>
        </p:txBody>
      </p:sp>
      <p:sp>
        <p:nvSpPr>
          <p:cNvPr id="666" name="Google Shape;666;p81"/>
          <p:cNvSpPr txBox="1"/>
          <p:nvPr>
            <p:ph idx="7" type="subTitle"/>
          </p:nvPr>
        </p:nvSpPr>
        <p:spPr>
          <a:xfrm>
            <a:off x="6459250" y="2227250"/>
            <a:ext cx="2321700" cy="219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3</a:t>
            </a:r>
            <a:endParaRPr/>
          </a:p>
        </p:txBody>
      </p:sp>
      <p:sp>
        <p:nvSpPr>
          <p:cNvPr id="667" name="Google Shape;667;p81"/>
          <p:cNvSpPr txBox="1"/>
          <p:nvPr>
            <p:ph idx="8" type="subTitle"/>
          </p:nvPr>
        </p:nvSpPr>
        <p:spPr>
          <a:xfrm>
            <a:off x="363200" y="3864775"/>
            <a:ext cx="2321700" cy="498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Differentiating between Binary Classifiers</a:t>
            </a:r>
            <a:endParaRPr/>
          </a:p>
          <a:p>
            <a:pPr indent="0" lvl="0" marL="0" rtl="0" algn="l">
              <a:spcBef>
                <a:spcPts val="0"/>
              </a:spcBef>
              <a:spcAft>
                <a:spcPts val="0"/>
              </a:spcAft>
              <a:buNone/>
            </a:pPr>
            <a:r>
              <a:t/>
            </a:r>
            <a:endParaRPr/>
          </a:p>
        </p:txBody>
      </p:sp>
      <p:sp>
        <p:nvSpPr>
          <p:cNvPr id="668" name="Google Shape;668;p81"/>
          <p:cNvSpPr txBox="1"/>
          <p:nvPr>
            <p:ph idx="9" type="subTitle"/>
          </p:nvPr>
        </p:nvSpPr>
        <p:spPr>
          <a:xfrm>
            <a:off x="361975" y="3575375"/>
            <a:ext cx="2321700" cy="219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4</a:t>
            </a:r>
            <a:endParaRPr/>
          </a:p>
        </p:txBody>
      </p:sp>
      <p:sp>
        <p:nvSpPr>
          <p:cNvPr id="669" name="Google Shape;669;p81"/>
          <p:cNvSpPr txBox="1"/>
          <p:nvPr>
            <p:ph idx="13" type="subTitle"/>
          </p:nvPr>
        </p:nvSpPr>
        <p:spPr>
          <a:xfrm>
            <a:off x="3411825" y="3864775"/>
            <a:ext cx="2321700" cy="187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Future Plans and Conclusion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670" name="Google Shape;670;p81"/>
          <p:cNvSpPr txBox="1"/>
          <p:nvPr>
            <p:ph idx="14" type="subTitle"/>
          </p:nvPr>
        </p:nvSpPr>
        <p:spPr>
          <a:xfrm>
            <a:off x="3410600" y="3575375"/>
            <a:ext cx="2321700" cy="219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5</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sp>
        <p:nvSpPr>
          <p:cNvPr id="675" name="Google Shape;675;p82"/>
          <p:cNvSpPr/>
          <p:nvPr/>
        </p:nvSpPr>
        <p:spPr>
          <a:xfrm>
            <a:off x="5283900" y="2999950"/>
            <a:ext cx="3860100" cy="21702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DM Sans"/>
              <a:ea typeface="DM Sans"/>
              <a:cs typeface="DM Sans"/>
              <a:sym typeface="DM Sans"/>
            </a:endParaRPr>
          </a:p>
        </p:txBody>
      </p:sp>
      <p:sp>
        <p:nvSpPr>
          <p:cNvPr id="676" name="Google Shape;676;p82"/>
          <p:cNvSpPr txBox="1"/>
          <p:nvPr>
            <p:ph type="title"/>
          </p:nvPr>
        </p:nvSpPr>
        <p:spPr>
          <a:xfrm>
            <a:off x="361975" y="456499"/>
            <a:ext cx="4618500" cy="1908600"/>
          </a:xfrm>
          <a:prstGeom prst="rect">
            <a:avLst/>
          </a:prstGeom>
        </p:spPr>
        <p:txBody>
          <a:bodyPr anchorCtr="0" anchor="t" bIns="0" lIns="0" spcFirstLastPara="1" rIns="0" wrap="square" tIns="0">
            <a:spAutoFit/>
          </a:bodyPr>
          <a:lstStyle/>
          <a:p>
            <a:pPr indent="0" lvl="0" marL="0" rtl="0" algn="l">
              <a:lnSpc>
                <a:spcPct val="100000"/>
              </a:lnSpc>
              <a:spcBef>
                <a:spcPts val="0"/>
              </a:spcBef>
              <a:spcAft>
                <a:spcPts val="0"/>
              </a:spcAft>
              <a:buNone/>
            </a:pPr>
            <a:r>
              <a:rPr lang="en" sz="3700">
                <a:solidFill>
                  <a:srgbClr val="FFFFFF"/>
                </a:solidFill>
                <a:latin typeface="Merriweather"/>
                <a:ea typeface="Merriweather"/>
                <a:cs typeface="Merriweather"/>
                <a:sym typeface="Merriweather"/>
              </a:rPr>
              <a:t>The importance of Bacteria and Viruses</a:t>
            </a:r>
            <a:endParaRPr sz="3700">
              <a:solidFill>
                <a:srgbClr val="FFFFFF"/>
              </a:solidFill>
              <a:latin typeface="Merriweather"/>
              <a:ea typeface="Merriweather"/>
              <a:cs typeface="Merriweather"/>
              <a:sym typeface="Merriweather"/>
            </a:endParaRPr>
          </a:p>
          <a:p>
            <a:pPr indent="0" lvl="0" marL="0" rtl="0" algn="l">
              <a:lnSpc>
                <a:spcPct val="100000"/>
              </a:lnSpc>
              <a:spcBef>
                <a:spcPts val="0"/>
              </a:spcBef>
              <a:spcAft>
                <a:spcPts val="0"/>
              </a:spcAft>
              <a:buNone/>
            </a:pPr>
            <a:r>
              <a:t/>
            </a:r>
            <a:endParaRPr sz="2500"/>
          </a:p>
          <a:p>
            <a:pPr indent="0" lvl="0" marL="0" rtl="0" algn="l">
              <a:lnSpc>
                <a:spcPct val="100000"/>
              </a:lnSpc>
              <a:spcBef>
                <a:spcPts val="0"/>
              </a:spcBef>
              <a:spcAft>
                <a:spcPts val="0"/>
              </a:spcAft>
              <a:buNone/>
            </a:pPr>
            <a:r>
              <a:t/>
            </a:r>
            <a:endParaRPr sz="2500"/>
          </a:p>
        </p:txBody>
      </p:sp>
      <p:sp>
        <p:nvSpPr>
          <p:cNvPr id="677" name="Google Shape;677;p82"/>
          <p:cNvSpPr txBox="1"/>
          <p:nvPr>
            <p:ph idx="2" type="subTitle"/>
          </p:nvPr>
        </p:nvSpPr>
        <p:spPr>
          <a:xfrm>
            <a:off x="361975" y="123175"/>
            <a:ext cx="3860100" cy="153900"/>
          </a:xfrm>
          <a:prstGeom prst="rect">
            <a:avLst/>
          </a:prstGeom>
        </p:spPr>
        <p:txBody>
          <a:bodyPr anchorCtr="0" anchor="b" bIns="0" lIns="0" spcFirstLastPara="1" rIns="0" wrap="square" tIns="0">
            <a:spAutoFit/>
          </a:bodyPr>
          <a:lstStyle/>
          <a:p>
            <a:pPr indent="0" lvl="0" marL="0" rtl="0" algn="l">
              <a:lnSpc>
                <a:spcPct val="115000"/>
              </a:lnSpc>
              <a:spcBef>
                <a:spcPts val="0"/>
              </a:spcBef>
              <a:spcAft>
                <a:spcPts val="0"/>
              </a:spcAft>
              <a:buNone/>
            </a:pPr>
            <a:r>
              <a:rPr lang="en"/>
              <a:t>Bacteria/Virus Relationships</a:t>
            </a:r>
            <a:endParaRPr/>
          </a:p>
        </p:txBody>
      </p:sp>
      <p:sp>
        <p:nvSpPr>
          <p:cNvPr id="678" name="Google Shape;678;p82"/>
          <p:cNvSpPr txBox="1"/>
          <p:nvPr>
            <p:ph idx="7" type="body"/>
          </p:nvPr>
        </p:nvSpPr>
        <p:spPr>
          <a:xfrm>
            <a:off x="5390775" y="4578400"/>
            <a:ext cx="3753300" cy="461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sz="1200">
                <a:uFill>
                  <a:noFill/>
                </a:uFill>
                <a:latin typeface="Arial"/>
                <a:ea typeface="Arial"/>
                <a:cs typeface="Arial"/>
                <a:sym typeface="Arial"/>
                <a:hlinkClick r:id="rId3"/>
              </a:rPr>
              <a:t>https://www.worldatlas.com/how-much-bacteria-is-on-earth.html</a:t>
            </a:r>
            <a:endParaRPr sz="1100"/>
          </a:p>
        </p:txBody>
      </p:sp>
      <p:sp>
        <p:nvSpPr>
          <p:cNvPr id="679" name="Google Shape;679;p82"/>
          <p:cNvSpPr txBox="1"/>
          <p:nvPr>
            <p:ph idx="8" type="title"/>
          </p:nvPr>
        </p:nvSpPr>
        <p:spPr>
          <a:xfrm>
            <a:off x="5106450" y="3212350"/>
            <a:ext cx="4215000" cy="1745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4200"/>
              <a:t>5x10</a:t>
            </a:r>
            <a:r>
              <a:rPr baseline="30000" lang="en" sz="4200"/>
              <a:t>30</a:t>
            </a:r>
            <a:r>
              <a:rPr lang="en" sz="4200"/>
              <a:t> Bacteria on Earth</a:t>
            </a:r>
            <a:endParaRPr sz="4200"/>
          </a:p>
        </p:txBody>
      </p:sp>
      <p:pic>
        <p:nvPicPr>
          <p:cNvPr id="680" name="Google Shape;680;p82"/>
          <p:cNvPicPr preferRelativeResize="0"/>
          <p:nvPr/>
        </p:nvPicPr>
        <p:blipFill>
          <a:blip r:embed="rId4">
            <a:alphaModFix/>
          </a:blip>
          <a:stretch>
            <a:fillRect/>
          </a:stretch>
        </p:blipFill>
        <p:spPr>
          <a:xfrm>
            <a:off x="5283901" y="0"/>
            <a:ext cx="3860099" cy="2999957"/>
          </a:xfrm>
          <a:prstGeom prst="rect">
            <a:avLst/>
          </a:prstGeom>
          <a:noFill/>
          <a:ln>
            <a:noFill/>
          </a:ln>
        </p:spPr>
      </p:pic>
      <p:sp>
        <p:nvSpPr>
          <p:cNvPr id="681" name="Google Shape;681;p82"/>
          <p:cNvSpPr txBox="1"/>
          <p:nvPr>
            <p:ph idx="12" type="sldNum"/>
          </p:nvPr>
        </p:nvSpPr>
        <p:spPr>
          <a:xfrm>
            <a:off x="8776675" y="4836450"/>
            <a:ext cx="367500" cy="4617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sz="900"/>
              <a:t>‹#›</a:t>
            </a:fld>
            <a:endParaRPr sz="900"/>
          </a:p>
        </p:txBody>
      </p:sp>
      <p:pic>
        <p:nvPicPr>
          <p:cNvPr id="682" name="Google Shape;682;p82" title="pexels-gabby-k-5841803.jpg"/>
          <p:cNvPicPr preferRelativeResize="0"/>
          <p:nvPr/>
        </p:nvPicPr>
        <p:blipFill>
          <a:blip r:embed="rId5">
            <a:alphaModFix/>
          </a:blip>
          <a:stretch>
            <a:fillRect/>
          </a:stretch>
        </p:blipFill>
        <p:spPr>
          <a:xfrm>
            <a:off x="3154650" y="1837825"/>
            <a:ext cx="2020726" cy="299995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sp>
        <p:nvSpPr>
          <p:cNvPr id="687" name="Google Shape;687;p83"/>
          <p:cNvSpPr/>
          <p:nvPr/>
        </p:nvSpPr>
        <p:spPr>
          <a:xfrm>
            <a:off x="4565475" y="732776"/>
            <a:ext cx="4578600" cy="1276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688" name="Google Shape;688;p83"/>
          <p:cNvSpPr/>
          <p:nvPr/>
        </p:nvSpPr>
        <p:spPr>
          <a:xfrm>
            <a:off x="4565475" y="2009342"/>
            <a:ext cx="4578600" cy="1276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689" name="Google Shape;689;p83"/>
          <p:cNvSpPr/>
          <p:nvPr/>
        </p:nvSpPr>
        <p:spPr>
          <a:xfrm>
            <a:off x="4565475" y="3281209"/>
            <a:ext cx="4578600" cy="12765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690" name="Google Shape;690;p83"/>
          <p:cNvSpPr txBox="1"/>
          <p:nvPr>
            <p:ph idx="12" type="sldNum"/>
          </p:nvPr>
        </p:nvSpPr>
        <p:spPr>
          <a:xfrm>
            <a:off x="8227975" y="4662950"/>
            <a:ext cx="548700" cy="234000"/>
          </a:xfrm>
          <a:prstGeom prst="rect">
            <a:avLst/>
          </a:prstGeom>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sz="900"/>
              <a:t>‹#›</a:t>
            </a:fld>
            <a:endParaRPr sz="900"/>
          </a:p>
        </p:txBody>
      </p:sp>
      <p:sp>
        <p:nvSpPr>
          <p:cNvPr id="691" name="Google Shape;691;p83"/>
          <p:cNvSpPr txBox="1"/>
          <p:nvPr>
            <p:ph idx="3" type="subTitle"/>
          </p:nvPr>
        </p:nvSpPr>
        <p:spPr>
          <a:xfrm>
            <a:off x="5576700" y="1054377"/>
            <a:ext cx="3382500" cy="728100"/>
          </a:xfrm>
          <a:prstGeom prst="rect">
            <a:avLst/>
          </a:prstGeom>
        </p:spPr>
        <p:txBody>
          <a:bodyPr anchorCtr="0" anchor="t" bIns="0" lIns="0" spcFirstLastPara="1" rIns="0" wrap="square" tIns="0">
            <a:spAutoFit/>
          </a:bodyPr>
          <a:lstStyle/>
          <a:p>
            <a:pPr indent="0" lvl="0" marL="0" rtl="0" algn="l">
              <a:lnSpc>
                <a:spcPct val="115000"/>
              </a:lnSpc>
              <a:spcBef>
                <a:spcPts val="0"/>
              </a:spcBef>
              <a:spcAft>
                <a:spcPts val="0"/>
              </a:spcAft>
              <a:buNone/>
            </a:pPr>
            <a:r>
              <a:rPr lang="en" sz="2200"/>
              <a:t>Viruses affect the evolution of bacteria</a:t>
            </a:r>
            <a:endParaRPr sz="2200"/>
          </a:p>
        </p:txBody>
      </p:sp>
      <p:sp>
        <p:nvSpPr>
          <p:cNvPr id="692" name="Google Shape;692;p83"/>
          <p:cNvSpPr txBox="1"/>
          <p:nvPr>
            <p:ph idx="5" type="subTitle"/>
          </p:nvPr>
        </p:nvSpPr>
        <p:spPr>
          <a:xfrm>
            <a:off x="5576700" y="2357777"/>
            <a:ext cx="3382500" cy="677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200"/>
              <a:t>Current methods to isolate viruses are limited</a:t>
            </a:r>
            <a:endParaRPr sz="2200"/>
          </a:p>
        </p:txBody>
      </p:sp>
      <p:sp>
        <p:nvSpPr>
          <p:cNvPr id="693" name="Google Shape;693;p83"/>
          <p:cNvSpPr txBox="1"/>
          <p:nvPr>
            <p:ph idx="7" type="subTitle"/>
          </p:nvPr>
        </p:nvSpPr>
        <p:spPr>
          <a:xfrm>
            <a:off x="5576700" y="3563427"/>
            <a:ext cx="3382500" cy="677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200"/>
              <a:t>Cultivation Bias prevents classification</a:t>
            </a:r>
            <a:endParaRPr sz="2200"/>
          </a:p>
        </p:txBody>
      </p:sp>
      <p:sp>
        <p:nvSpPr>
          <p:cNvPr id="694" name="Google Shape;694;p83"/>
          <p:cNvSpPr txBox="1"/>
          <p:nvPr>
            <p:ph type="title"/>
          </p:nvPr>
        </p:nvSpPr>
        <p:spPr>
          <a:xfrm>
            <a:off x="361975" y="1066105"/>
            <a:ext cx="3860100" cy="338700"/>
          </a:xfrm>
          <a:prstGeom prst="rect">
            <a:avLst/>
          </a:prstGeom>
        </p:spPr>
        <p:txBody>
          <a:bodyPr anchorCtr="0" anchor="t" bIns="0" lIns="0" spcFirstLastPara="1" rIns="0" wrap="square" tIns="0">
            <a:spAutoFit/>
          </a:bodyPr>
          <a:lstStyle/>
          <a:p>
            <a:pPr indent="0" lvl="0" marL="0" rtl="0" algn="l">
              <a:lnSpc>
                <a:spcPct val="100000"/>
              </a:lnSpc>
              <a:spcBef>
                <a:spcPts val="0"/>
              </a:spcBef>
              <a:spcAft>
                <a:spcPts val="0"/>
              </a:spcAft>
              <a:buNone/>
            </a:pPr>
            <a:r>
              <a:rPr lang="en"/>
              <a:t>Current Limitations</a:t>
            </a:r>
            <a:endParaRPr/>
          </a:p>
        </p:txBody>
      </p:sp>
      <p:sp>
        <p:nvSpPr>
          <p:cNvPr id="695" name="Google Shape;695;p83"/>
          <p:cNvSpPr txBox="1"/>
          <p:nvPr>
            <p:ph idx="8" type="subTitle"/>
          </p:nvPr>
        </p:nvSpPr>
        <p:spPr>
          <a:xfrm>
            <a:off x="361975" y="732775"/>
            <a:ext cx="3860100" cy="153900"/>
          </a:xfrm>
          <a:prstGeom prst="rect">
            <a:avLst/>
          </a:prstGeom>
        </p:spPr>
        <p:txBody>
          <a:bodyPr anchorCtr="0" anchor="b" bIns="0" lIns="0" spcFirstLastPara="1" rIns="0" wrap="square" tIns="0">
            <a:spAutoFit/>
          </a:bodyPr>
          <a:lstStyle/>
          <a:p>
            <a:pPr indent="0" lvl="0" marL="0" rtl="0" algn="l">
              <a:spcBef>
                <a:spcPts val="0"/>
              </a:spcBef>
              <a:spcAft>
                <a:spcPts val="0"/>
              </a:spcAft>
              <a:buNone/>
            </a:pPr>
            <a:r>
              <a:rPr lang="en"/>
              <a:t>Bacteria/Virus Relationships</a:t>
            </a:r>
            <a:endParaRPr/>
          </a:p>
        </p:txBody>
      </p:sp>
      <p:pic>
        <p:nvPicPr>
          <p:cNvPr id="696" name="Google Shape;696;p83"/>
          <p:cNvPicPr preferRelativeResize="0"/>
          <p:nvPr/>
        </p:nvPicPr>
        <p:blipFill>
          <a:blip r:embed="rId3">
            <a:alphaModFix/>
          </a:blip>
          <a:stretch>
            <a:fillRect/>
          </a:stretch>
        </p:blipFill>
        <p:spPr>
          <a:xfrm>
            <a:off x="809325" y="1767823"/>
            <a:ext cx="2965400" cy="2965425"/>
          </a:xfrm>
          <a:prstGeom prst="rect">
            <a:avLst/>
          </a:prstGeom>
          <a:noFill/>
          <a:ln>
            <a:noFill/>
          </a:ln>
        </p:spPr>
      </p:pic>
      <p:sp>
        <p:nvSpPr>
          <p:cNvPr id="697" name="Google Shape;697;p83"/>
          <p:cNvSpPr txBox="1"/>
          <p:nvPr/>
        </p:nvSpPr>
        <p:spPr>
          <a:xfrm>
            <a:off x="4792675" y="929350"/>
            <a:ext cx="4650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4600">
                <a:solidFill>
                  <a:schemeClr val="lt1"/>
                </a:solidFill>
                <a:latin typeface="DM Sans"/>
                <a:ea typeface="DM Sans"/>
                <a:cs typeface="DM Sans"/>
                <a:sym typeface="DM Sans"/>
              </a:rPr>
              <a:t>1</a:t>
            </a:r>
            <a:endParaRPr sz="4600">
              <a:solidFill>
                <a:schemeClr val="lt1"/>
              </a:solidFill>
              <a:latin typeface="DM Sans"/>
              <a:ea typeface="DM Sans"/>
              <a:cs typeface="DM Sans"/>
              <a:sym typeface="DM Sans"/>
            </a:endParaRPr>
          </a:p>
        </p:txBody>
      </p:sp>
      <p:sp>
        <p:nvSpPr>
          <p:cNvPr id="698" name="Google Shape;698;p83"/>
          <p:cNvSpPr txBox="1"/>
          <p:nvPr/>
        </p:nvSpPr>
        <p:spPr>
          <a:xfrm>
            <a:off x="4792675" y="2198838"/>
            <a:ext cx="4650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4600">
                <a:solidFill>
                  <a:schemeClr val="dk1"/>
                </a:solidFill>
                <a:latin typeface="DM Sans"/>
                <a:ea typeface="DM Sans"/>
                <a:cs typeface="DM Sans"/>
                <a:sym typeface="DM Sans"/>
              </a:rPr>
              <a:t>2</a:t>
            </a:r>
            <a:endParaRPr sz="4600">
              <a:solidFill>
                <a:schemeClr val="dk1"/>
              </a:solidFill>
              <a:latin typeface="DM Sans"/>
              <a:ea typeface="DM Sans"/>
              <a:cs typeface="DM Sans"/>
              <a:sym typeface="DM Sans"/>
            </a:endParaRPr>
          </a:p>
        </p:txBody>
      </p:sp>
      <p:sp>
        <p:nvSpPr>
          <p:cNvPr id="699" name="Google Shape;699;p83"/>
          <p:cNvSpPr txBox="1"/>
          <p:nvPr/>
        </p:nvSpPr>
        <p:spPr>
          <a:xfrm>
            <a:off x="4792675" y="3473050"/>
            <a:ext cx="4650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4600">
                <a:solidFill>
                  <a:schemeClr val="dk1"/>
                </a:solidFill>
                <a:latin typeface="DM Sans"/>
                <a:ea typeface="DM Sans"/>
                <a:cs typeface="DM Sans"/>
                <a:sym typeface="DM Sans"/>
              </a:rPr>
              <a:t>3</a:t>
            </a:r>
            <a:endParaRPr sz="4600">
              <a:solidFill>
                <a:schemeClr val="dk1"/>
              </a:solidFill>
              <a:latin typeface="DM Sans"/>
              <a:ea typeface="DM Sans"/>
              <a:cs typeface="DM Sans"/>
              <a:sym typeface="DM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pic>
        <p:nvPicPr>
          <p:cNvPr id="704" name="Google Shape;704;p84"/>
          <p:cNvPicPr preferRelativeResize="0"/>
          <p:nvPr/>
        </p:nvPicPr>
        <p:blipFill rotWithShape="1">
          <a:blip r:embed="rId3">
            <a:alphaModFix/>
          </a:blip>
          <a:srcRect b="0" l="0" r="0" t="735"/>
          <a:stretch/>
        </p:blipFill>
        <p:spPr>
          <a:xfrm>
            <a:off x="4467150" y="0"/>
            <a:ext cx="743500" cy="5143501"/>
          </a:xfrm>
          <a:prstGeom prst="rect">
            <a:avLst/>
          </a:prstGeom>
          <a:noFill/>
          <a:ln>
            <a:noFill/>
          </a:ln>
        </p:spPr>
      </p:pic>
      <p:sp>
        <p:nvSpPr>
          <p:cNvPr id="705" name="Google Shape;705;p84"/>
          <p:cNvSpPr txBox="1"/>
          <p:nvPr>
            <p:ph type="title"/>
          </p:nvPr>
        </p:nvSpPr>
        <p:spPr>
          <a:xfrm>
            <a:off x="5533600" y="989100"/>
            <a:ext cx="3243000" cy="1467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4200"/>
              <a:t>How much do we know?</a:t>
            </a:r>
            <a:endParaRPr sz="4200"/>
          </a:p>
        </p:txBody>
      </p:sp>
      <p:sp>
        <p:nvSpPr>
          <p:cNvPr id="706" name="Google Shape;706;p84"/>
          <p:cNvSpPr txBox="1"/>
          <p:nvPr>
            <p:ph idx="12" type="sldNum"/>
          </p:nvPr>
        </p:nvSpPr>
        <p:spPr>
          <a:xfrm>
            <a:off x="8502325" y="4850200"/>
            <a:ext cx="548700" cy="234000"/>
          </a:xfrm>
          <a:prstGeom prst="rect">
            <a:avLst/>
          </a:prstGeom>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sz="900"/>
              <a:t>‹#›</a:t>
            </a:fld>
            <a:endParaRPr sz="900"/>
          </a:p>
        </p:txBody>
      </p:sp>
      <p:sp>
        <p:nvSpPr>
          <p:cNvPr id="707" name="Google Shape;707;p84"/>
          <p:cNvSpPr txBox="1"/>
          <p:nvPr>
            <p:ph idx="4" type="subTitle"/>
          </p:nvPr>
        </p:nvSpPr>
        <p:spPr>
          <a:xfrm>
            <a:off x="5533600" y="732775"/>
            <a:ext cx="3783600" cy="153900"/>
          </a:xfrm>
          <a:prstGeom prst="rect">
            <a:avLst/>
          </a:prstGeom>
        </p:spPr>
        <p:txBody>
          <a:bodyPr anchorCtr="0" anchor="b" bIns="0" lIns="0" spcFirstLastPara="1" rIns="0" wrap="square" tIns="0">
            <a:spAutoFit/>
          </a:bodyPr>
          <a:lstStyle/>
          <a:p>
            <a:pPr indent="0" lvl="0" marL="0" rtl="0" algn="l">
              <a:lnSpc>
                <a:spcPct val="115000"/>
              </a:lnSpc>
              <a:spcBef>
                <a:spcPts val="0"/>
              </a:spcBef>
              <a:spcAft>
                <a:spcPts val="0"/>
              </a:spcAft>
              <a:buNone/>
            </a:pPr>
            <a:r>
              <a:rPr lang="en"/>
              <a:t>Bacteria/Virus Relationships</a:t>
            </a:r>
            <a:endParaRPr/>
          </a:p>
        </p:txBody>
      </p:sp>
      <p:pic>
        <p:nvPicPr>
          <p:cNvPr id="708" name="Google Shape;708;p84"/>
          <p:cNvPicPr preferRelativeResize="0"/>
          <p:nvPr/>
        </p:nvPicPr>
        <p:blipFill>
          <a:blip r:embed="rId4">
            <a:alphaModFix/>
          </a:blip>
          <a:stretch>
            <a:fillRect/>
          </a:stretch>
        </p:blipFill>
        <p:spPr>
          <a:xfrm>
            <a:off x="246402" y="799175"/>
            <a:ext cx="4713199" cy="35451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85"/>
          <p:cNvSpPr txBox="1"/>
          <p:nvPr>
            <p:ph idx="1" type="subTitle"/>
          </p:nvPr>
        </p:nvSpPr>
        <p:spPr>
          <a:xfrm>
            <a:off x="361975" y="217725"/>
            <a:ext cx="5254500" cy="515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3600"/>
              <a:t>What is Metagenomics?</a:t>
            </a:r>
            <a:endParaRPr sz="3600"/>
          </a:p>
          <a:p>
            <a:pPr indent="0" lvl="0" marL="0" rtl="0" algn="l">
              <a:spcBef>
                <a:spcPts val="0"/>
              </a:spcBef>
              <a:spcAft>
                <a:spcPts val="0"/>
              </a:spcAft>
              <a:buNone/>
            </a:pPr>
            <a:r>
              <a:t/>
            </a:r>
            <a:endParaRPr/>
          </a:p>
        </p:txBody>
      </p:sp>
      <p:sp>
        <p:nvSpPr>
          <p:cNvPr id="714" name="Google Shape;714;p85"/>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715" name="Google Shape;715;p85"/>
          <p:cNvPicPr preferRelativeResize="0"/>
          <p:nvPr/>
        </p:nvPicPr>
        <p:blipFill>
          <a:blip r:embed="rId3">
            <a:alphaModFix/>
          </a:blip>
          <a:stretch>
            <a:fillRect/>
          </a:stretch>
        </p:blipFill>
        <p:spPr>
          <a:xfrm>
            <a:off x="5808263" y="168175"/>
            <a:ext cx="3222726" cy="4383172"/>
          </a:xfrm>
          <a:prstGeom prst="rect">
            <a:avLst/>
          </a:prstGeom>
          <a:noFill/>
          <a:ln>
            <a:noFill/>
          </a:ln>
        </p:spPr>
      </p:pic>
      <p:sp>
        <p:nvSpPr>
          <p:cNvPr id="716" name="Google Shape;716;p85"/>
          <p:cNvSpPr txBox="1"/>
          <p:nvPr/>
        </p:nvSpPr>
        <p:spPr>
          <a:xfrm>
            <a:off x="5786438" y="4598900"/>
            <a:ext cx="3266400" cy="36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Wooley JC, Godzik A, Friedberg I. A primer on metagenomics. PMID: 20195499</a:t>
            </a:r>
            <a:endParaRPr sz="1200">
              <a:solidFill>
                <a:schemeClr val="dk1"/>
              </a:solidFill>
              <a:latin typeface="DM Sans"/>
              <a:ea typeface="DM Sans"/>
              <a:cs typeface="DM Sans"/>
              <a:sym typeface="DM Sans"/>
            </a:endParaRPr>
          </a:p>
        </p:txBody>
      </p:sp>
      <p:sp>
        <p:nvSpPr>
          <p:cNvPr id="717" name="Google Shape;717;p85"/>
          <p:cNvSpPr txBox="1"/>
          <p:nvPr/>
        </p:nvSpPr>
        <p:spPr>
          <a:xfrm>
            <a:off x="485525" y="1321700"/>
            <a:ext cx="4464000" cy="3229500"/>
          </a:xfrm>
          <a:prstGeom prst="rect">
            <a:avLst/>
          </a:prstGeom>
          <a:noFill/>
          <a:ln>
            <a:noFill/>
          </a:ln>
        </p:spPr>
        <p:txBody>
          <a:bodyPr anchorCtr="0" anchor="t" bIns="91425" lIns="91425" spcFirstLastPara="1" rIns="91425" wrap="square" tIns="91425">
            <a:noAutofit/>
          </a:bodyPr>
          <a:lstStyle/>
          <a:p>
            <a:pPr indent="-381000" lvl="0" marL="457200" rtl="0" algn="l">
              <a:spcBef>
                <a:spcPts val="0"/>
              </a:spcBef>
              <a:spcAft>
                <a:spcPts val="0"/>
              </a:spcAft>
              <a:buClr>
                <a:schemeClr val="dk1"/>
              </a:buClr>
              <a:buSzPts val="2400"/>
              <a:buFont typeface="DM Sans"/>
              <a:buChar char="●"/>
            </a:pPr>
            <a:r>
              <a:rPr lang="en" sz="2400">
                <a:solidFill>
                  <a:schemeClr val="dk1"/>
                </a:solidFill>
                <a:latin typeface="DM Sans"/>
                <a:ea typeface="DM Sans"/>
                <a:cs typeface="DM Sans"/>
                <a:sym typeface="DM Sans"/>
              </a:rPr>
              <a:t>Genetic</a:t>
            </a:r>
            <a:r>
              <a:rPr lang="en" sz="2400">
                <a:solidFill>
                  <a:schemeClr val="dk1"/>
                </a:solidFill>
                <a:latin typeface="DM Sans"/>
                <a:ea typeface="DM Sans"/>
                <a:cs typeface="DM Sans"/>
                <a:sym typeface="DM Sans"/>
              </a:rPr>
              <a:t> information is collected from an environment</a:t>
            </a:r>
            <a:endParaRPr sz="2400">
              <a:solidFill>
                <a:schemeClr val="dk1"/>
              </a:solidFill>
              <a:latin typeface="DM Sans"/>
              <a:ea typeface="DM Sans"/>
              <a:cs typeface="DM Sans"/>
              <a:sym typeface="DM Sans"/>
            </a:endParaRPr>
          </a:p>
          <a:p>
            <a:pPr indent="0" lvl="0" marL="0" rtl="0" algn="l">
              <a:spcBef>
                <a:spcPts val="0"/>
              </a:spcBef>
              <a:spcAft>
                <a:spcPts val="0"/>
              </a:spcAft>
              <a:buNone/>
            </a:pPr>
            <a:r>
              <a:t/>
            </a:r>
            <a:endParaRPr sz="2400">
              <a:solidFill>
                <a:schemeClr val="dk1"/>
              </a:solidFill>
              <a:latin typeface="DM Sans"/>
              <a:ea typeface="DM Sans"/>
              <a:cs typeface="DM Sans"/>
              <a:sym typeface="DM Sans"/>
            </a:endParaRPr>
          </a:p>
          <a:p>
            <a:pPr indent="-381000" lvl="0" marL="457200" rtl="0" algn="l">
              <a:spcBef>
                <a:spcPts val="0"/>
              </a:spcBef>
              <a:spcAft>
                <a:spcPts val="0"/>
              </a:spcAft>
              <a:buClr>
                <a:schemeClr val="dk1"/>
              </a:buClr>
              <a:buSzPts val="2400"/>
              <a:buFont typeface="DM Sans"/>
              <a:buChar char="●"/>
            </a:pPr>
            <a:r>
              <a:rPr lang="en" sz="2400">
                <a:solidFill>
                  <a:schemeClr val="dk1"/>
                </a:solidFill>
                <a:latin typeface="DM Sans"/>
                <a:ea typeface="DM Sans"/>
                <a:cs typeface="DM Sans"/>
                <a:sym typeface="DM Sans"/>
              </a:rPr>
              <a:t>Sequenced then analyzed after using processing methods</a:t>
            </a:r>
            <a:endParaRPr sz="2400">
              <a:solidFill>
                <a:schemeClr val="dk1"/>
              </a:solidFill>
              <a:latin typeface="DM Sans"/>
              <a:ea typeface="DM Sans"/>
              <a:cs typeface="DM Sans"/>
              <a:sym typeface="DM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p86"/>
          <p:cNvSpPr/>
          <p:nvPr/>
        </p:nvSpPr>
        <p:spPr>
          <a:xfrm>
            <a:off x="5493600" y="75"/>
            <a:ext cx="3664800" cy="180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DM Sans"/>
              <a:ea typeface="DM Sans"/>
              <a:cs typeface="DM Sans"/>
              <a:sym typeface="DM Sans"/>
            </a:endParaRPr>
          </a:p>
        </p:txBody>
      </p:sp>
      <p:sp>
        <p:nvSpPr>
          <p:cNvPr id="723" name="Google Shape;723;p86"/>
          <p:cNvSpPr/>
          <p:nvPr/>
        </p:nvSpPr>
        <p:spPr>
          <a:xfrm>
            <a:off x="5493600" y="1758625"/>
            <a:ext cx="3664800" cy="1878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DM Sans"/>
              <a:ea typeface="DM Sans"/>
              <a:cs typeface="DM Sans"/>
              <a:sym typeface="DM Sans"/>
            </a:endParaRPr>
          </a:p>
        </p:txBody>
      </p:sp>
      <p:sp>
        <p:nvSpPr>
          <p:cNvPr id="724" name="Google Shape;724;p86"/>
          <p:cNvSpPr/>
          <p:nvPr/>
        </p:nvSpPr>
        <p:spPr>
          <a:xfrm>
            <a:off x="5493600" y="3636925"/>
            <a:ext cx="3664800" cy="151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DM Sans"/>
              <a:ea typeface="DM Sans"/>
              <a:cs typeface="DM Sans"/>
              <a:sym typeface="DM Sans"/>
            </a:endParaRPr>
          </a:p>
        </p:txBody>
      </p:sp>
      <p:sp>
        <p:nvSpPr>
          <p:cNvPr id="725" name="Google Shape;725;p86"/>
          <p:cNvSpPr txBox="1"/>
          <p:nvPr>
            <p:ph idx="2" type="subTitle"/>
          </p:nvPr>
        </p:nvSpPr>
        <p:spPr>
          <a:xfrm>
            <a:off x="537550" y="1895400"/>
            <a:ext cx="4762200" cy="2005500"/>
          </a:xfrm>
          <a:prstGeom prst="rect">
            <a:avLst/>
          </a:prstGeom>
        </p:spPr>
        <p:txBody>
          <a:bodyPr anchorCtr="0" anchor="b" bIns="0" lIns="0" spcFirstLastPara="1" rIns="0" wrap="square" tIns="0">
            <a:spAutoFit/>
          </a:bodyPr>
          <a:lstStyle/>
          <a:p>
            <a:pPr indent="0" lvl="0" marL="0" rtl="0" algn="l">
              <a:spcBef>
                <a:spcPts val="0"/>
              </a:spcBef>
              <a:spcAft>
                <a:spcPts val="0"/>
              </a:spcAft>
              <a:buNone/>
            </a:pPr>
            <a:r>
              <a:rPr lang="en" sz="6000">
                <a:latin typeface="Newsreader"/>
                <a:ea typeface="Newsreader"/>
                <a:cs typeface="Newsreader"/>
                <a:sym typeface="Newsreader"/>
              </a:rPr>
              <a:t>Methodology</a:t>
            </a:r>
            <a:endParaRPr sz="6000">
              <a:latin typeface="Newsreader"/>
              <a:ea typeface="Newsreader"/>
              <a:cs typeface="Newsreader"/>
              <a:sym typeface="Newsreader"/>
            </a:endParaRPr>
          </a:p>
          <a:p>
            <a:pPr indent="0" lvl="0" marL="0" rtl="0" algn="ctr">
              <a:lnSpc>
                <a:spcPct val="90000"/>
              </a:lnSpc>
              <a:spcBef>
                <a:spcPts val="0"/>
              </a:spcBef>
              <a:spcAft>
                <a:spcPts val="0"/>
              </a:spcAft>
              <a:buNone/>
            </a:pPr>
            <a:r>
              <a:t/>
            </a:r>
            <a:endParaRPr sz="6700">
              <a:latin typeface="Newsreader"/>
              <a:ea typeface="Newsreader"/>
              <a:cs typeface="Newsreader"/>
              <a:sym typeface="Newsreader"/>
            </a:endParaRPr>
          </a:p>
          <a:p>
            <a:pPr indent="0" lvl="0" marL="0" rtl="0" algn="l">
              <a:spcBef>
                <a:spcPts val="0"/>
              </a:spcBef>
              <a:spcAft>
                <a:spcPts val="0"/>
              </a:spcAft>
              <a:buNone/>
            </a:pPr>
            <a:r>
              <a:t/>
            </a:r>
            <a:endParaRPr/>
          </a:p>
        </p:txBody>
      </p:sp>
      <p:sp>
        <p:nvSpPr>
          <p:cNvPr id="726" name="Google Shape;726;p86"/>
          <p:cNvSpPr txBox="1"/>
          <p:nvPr>
            <p:ph type="title"/>
          </p:nvPr>
        </p:nvSpPr>
        <p:spPr>
          <a:xfrm>
            <a:off x="5699300" y="2226775"/>
            <a:ext cx="3592500" cy="942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3400"/>
              <a:t>4</a:t>
            </a:r>
            <a:r>
              <a:rPr lang="en" sz="3400"/>
              <a:t>M parsed </a:t>
            </a:r>
            <a:endParaRPr sz="3400"/>
          </a:p>
          <a:p>
            <a:pPr indent="0" lvl="0" marL="0" rtl="0" algn="l">
              <a:spcBef>
                <a:spcPts val="0"/>
              </a:spcBef>
              <a:spcAft>
                <a:spcPts val="0"/>
              </a:spcAft>
              <a:buNone/>
            </a:pPr>
            <a:r>
              <a:rPr lang="en" sz="3400"/>
              <a:t>entries </a:t>
            </a:r>
            <a:endParaRPr sz="3300"/>
          </a:p>
        </p:txBody>
      </p:sp>
      <p:sp>
        <p:nvSpPr>
          <p:cNvPr id="727" name="Google Shape;727;p86"/>
          <p:cNvSpPr txBox="1"/>
          <p:nvPr>
            <p:ph idx="3" type="title"/>
          </p:nvPr>
        </p:nvSpPr>
        <p:spPr>
          <a:xfrm>
            <a:off x="5699300" y="519450"/>
            <a:ext cx="3380700" cy="942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3400"/>
              <a:t>80M+ database</a:t>
            </a:r>
            <a:endParaRPr sz="3400"/>
          </a:p>
          <a:p>
            <a:pPr indent="0" lvl="0" marL="0" rtl="0" algn="l">
              <a:spcBef>
                <a:spcPts val="0"/>
              </a:spcBef>
              <a:spcAft>
                <a:spcPts val="0"/>
              </a:spcAft>
              <a:buNone/>
            </a:pPr>
            <a:r>
              <a:rPr lang="en" sz="3400"/>
              <a:t>entries</a:t>
            </a:r>
            <a:endParaRPr sz="3400"/>
          </a:p>
        </p:txBody>
      </p:sp>
      <p:sp>
        <p:nvSpPr>
          <p:cNvPr id="728" name="Google Shape;728;p86"/>
          <p:cNvSpPr txBox="1"/>
          <p:nvPr>
            <p:ph idx="3" type="title"/>
          </p:nvPr>
        </p:nvSpPr>
        <p:spPr>
          <a:xfrm>
            <a:off x="5699300" y="3934100"/>
            <a:ext cx="3380700" cy="942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3400">
                <a:solidFill>
                  <a:schemeClr val="dk2"/>
                </a:solidFill>
              </a:rPr>
              <a:t>Python, Bash, SQL</a:t>
            </a:r>
            <a:endParaRPr sz="3400">
              <a:solidFill>
                <a:schemeClr val="dk2"/>
              </a:solidFill>
            </a:endParaRPr>
          </a:p>
        </p:txBody>
      </p:sp>
      <p:sp>
        <p:nvSpPr>
          <p:cNvPr id="729" name="Google Shape;729;p86"/>
          <p:cNvSpPr txBox="1"/>
          <p:nvPr/>
        </p:nvSpPr>
        <p:spPr>
          <a:xfrm>
            <a:off x="-550800" y="2571750"/>
            <a:ext cx="5949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chemeClr val="lt1"/>
              </a:solidFill>
              <a:latin typeface="DM Sans"/>
              <a:ea typeface="DM Sans"/>
              <a:cs typeface="DM Sans"/>
              <a:sym typeface="DM Sans"/>
            </a:endParaRPr>
          </a:p>
        </p:txBody>
      </p:sp>
      <p:sp>
        <p:nvSpPr>
          <p:cNvPr id="730" name="Google Shape;730;p86"/>
          <p:cNvSpPr txBox="1"/>
          <p:nvPr>
            <p:ph idx="12" type="sldNum"/>
          </p:nvPr>
        </p:nvSpPr>
        <p:spPr>
          <a:xfrm>
            <a:off x="8502325" y="4835125"/>
            <a:ext cx="548700" cy="234000"/>
          </a:xfrm>
          <a:prstGeom prst="rect">
            <a:avLst/>
          </a:prstGeom>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p87"/>
          <p:cNvSpPr txBox="1"/>
          <p:nvPr/>
        </p:nvSpPr>
        <p:spPr>
          <a:xfrm>
            <a:off x="132400" y="365025"/>
            <a:ext cx="3856800" cy="646500"/>
          </a:xfrm>
          <a:prstGeom prst="rect">
            <a:avLst/>
          </a:prstGeom>
          <a:noFill/>
          <a:ln>
            <a:noFill/>
          </a:ln>
        </p:spPr>
        <p:txBody>
          <a:bodyPr anchorCtr="0" anchor="t" bIns="91425" lIns="91425" spcFirstLastPara="1" rIns="91425" wrap="square" tIns="91425">
            <a:spAutoFit/>
          </a:bodyPr>
          <a:lstStyle/>
          <a:p>
            <a:pPr indent="-323850" lvl="0" marL="457200" rtl="0" algn="l">
              <a:spcBef>
                <a:spcPts val="0"/>
              </a:spcBef>
              <a:spcAft>
                <a:spcPts val="0"/>
              </a:spcAft>
              <a:buClr>
                <a:schemeClr val="dk1"/>
              </a:buClr>
              <a:buSzPts val="1500"/>
              <a:buFont typeface="DM Sans"/>
              <a:buAutoNum type="arabicPeriod"/>
            </a:pPr>
            <a:r>
              <a:rPr lang="en" sz="1500">
                <a:solidFill>
                  <a:schemeClr val="dk1"/>
                </a:solidFill>
                <a:latin typeface="DM Sans"/>
                <a:ea typeface="DM Sans"/>
                <a:cs typeface="DM Sans"/>
                <a:sym typeface="DM Sans"/>
              </a:rPr>
              <a:t>Data collected from the NCBI and Virus-Host Database </a:t>
            </a:r>
            <a:endParaRPr sz="1500">
              <a:solidFill>
                <a:schemeClr val="dk1"/>
              </a:solidFill>
              <a:latin typeface="DM Sans"/>
              <a:ea typeface="DM Sans"/>
              <a:cs typeface="DM Sans"/>
              <a:sym typeface="DM Sans"/>
            </a:endParaRPr>
          </a:p>
        </p:txBody>
      </p:sp>
      <p:pic>
        <p:nvPicPr>
          <p:cNvPr id="736" name="Google Shape;736;p87"/>
          <p:cNvPicPr preferRelativeResize="0"/>
          <p:nvPr/>
        </p:nvPicPr>
        <p:blipFill rotWithShape="1">
          <a:blip r:embed="rId3">
            <a:alphaModFix/>
          </a:blip>
          <a:srcRect b="0" l="1494" r="30907" t="0"/>
          <a:stretch/>
        </p:blipFill>
        <p:spPr>
          <a:xfrm>
            <a:off x="3910348" y="3352399"/>
            <a:ext cx="3117323" cy="1510525"/>
          </a:xfrm>
          <a:prstGeom prst="rect">
            <a:avLst/>
          </a:prstGeom>
          <a:noFill/>
          <a:ln cap="flat" cmpd="sng" w="10200">
            <a:solidFill>
              <a:schemeClr val="lt2"/>
            </a:solidFill>
            <a:prstDash val="solid"/>
            <a:round/>
            <a:headEnd len="sm" w="sm" type="none"/>
            <a:tailEnd len="sm" w="sm" type="none"/>
          </a:ln>
        </p:spPr>
      </p:pic>
      <p:pic>
        <p:nvPicPr>
          <p:cNvPr id="737" name="Google Shape;737;p87"/>
          <p:cNvPicPr preferRelativeResize="0"/>
          <p:nvPr/>
        </p:nvPicPr>
        <p:blipFill rotWithShape="1">
          <a:blip r:embed="rId4">
            <a:alphaModFix/>
          </a:blip>
          <a:srcRect b="33871" l="0" r="35149" t="0"/>
          <a:stretch/>
        </p:blipFill>
        <p:spPr>
          <a:xfrm>
            <a:off x="3884176" y="378235"/>
            <a:ext cx="2475686" cy="1278818"/>
          </a:xfrm>
          <a:prstGeom prst="rect">
            <a:avLst/>
          </a:prstGeom>
          <a:noFill/>
          <a:ln>
            <a:noFill/>
          </a:ln>
        </p:spPr>
      </p:pic>
      <p:pic>
        <p:nvPicPr>
          <p:cNvPr id="738" name="Google Shape;738;p87"/>
          <p:cNvPicPr preferRelativeResize="0"/>
          <p:nvPr/>
        </p:nvPicPr>
        <p:blipFill rotWithShape="1">
          <a:blip r:embed="rId5">
            <a:alphaModFix/>
          </a:blip>
          <a:srcRect b="73459" l="0" r="1672" t="0"/>
          <a:stretch/>
        </p:blipFill>
        <p:spPr>
          <a:xfrm>
            <a:off x="3884069" y="2126457"/>
            <a:ext cx="4238960" cy="817880"/>
          </a:xfrm>
          <a:prstGeom prst="rect">
            <a:avLst/>
          </a:prstGeom>
          <a:noFill/>
          <a:ln>
            <a:noFill/>
          </a:ln>
        </p:spPr>
      </p:pic>
      <p:sp>
        <p:nvSpPr>
          <p:cNvPr id="739" name="Google Shape;739;p87"/>
          <p:cNvSpPr/>
          <p:nvPr/>
        </p:nvSpPr>
        <p:spPr>
          <a:xfrm flipH="1">
            <a:off x="1872900" y="1118075"/>
            <a:ext cx="481800" cy="924300"/>
          </a:xfrm>
          <a:prstGeom prst="downArrow">
            <a:avLst>
              <a:gd fmla="val 47313" name="adj1"/>
              <a:gd fmla="val 62668" name="adj2"/>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740" name="Google Shape;740;p87"/>
          <p:cNvSpPr/>
          <p:nvPr/>
        </p:nvSpPr>
        <p:spPr>
          <a:xfrm flipH="1">
            <a:off x="1872900" y="3003125"/>
            <a:ext cx="481800" cy="924300"/>
          </a:xfrm>
          <a:prstGeom prst="downArrow">
            <a:avLst>
              <a:gd fmla="val 47313" name="adj1"/>
              <a:gd fmla="val 62668" name="adj2"/>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741" name="Google Shape;741;p87"/>
          <p:cNvSpPr txBox="1"/>
          <p:nvPr>
            <p:ph idx="12" type="sldNum"/>
          </p:nvPr>
        </p:nvSpPr>
        <p:spPr>
          <a:xfrm>
            <a:off x="8075375" y="212125"/>
            <a:ext cx="548700" cy="234000"/>
          </a:xfrm>
          <a:prstGeom prst="rect">
            <a:avLst/>
          </a:prstGeom>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42" name="Google Shape;742;p87"/>
          <p:cNvSpPr txBox="1"/>
          <p:nvPr>
            <p:ph idx="12" type="sldNum"/>
          </p:nvPr>
        </p:nvSpPr>
        <p:spPr>
          <a:xfrm>
            <a:off x="8544100" y="4868525"/>
            <a:ext cx="548700" cy="234000"/>
          </a:xfrm>
          <a:prstGeom prst="rect">
            <a:avLst/>
          </a:prstGeom>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sz="900">
                <a:solidFill>
                  <a:schemeClr val="dk1"/>
                </a:solidFill>
              </a:rPr>
              <a:t>‹#›</a:t>
            </a:fld>
            <a:endParaRPr sz="900">
              <a:solidFill>
                <a:schemeClr val="dk1"/>
              </a:solidFill>
            </a:endParaRPr>
          </a:p>
        </p:txBody>
      </p:sp>
      <p:cxnSp>
        <p:nvCxnSpPr>
          <p:cNvPr id="743" name="Google Shape;743;p87"/>
          <p:cNvCxnSpPr/>
          <p:nvPr/>
        </p:nvCxnSpPr>
        <p:spPr>
          <a:xfrm flipH="1">
            <a:off x="6316167" y="560407"/>
            <a:ext cx="435900" cy="228900"/>
          </a:xfrm>
          <a:prstGeom prst="straightConnector1">
            <a:avLst/>
          </a:prstGeom>
          <a:noFill/>
          <a:ln cap="flat" cmpd="sng" w="12275">
            <a:solidFill>
              <a:schemeClr val="dk1"/>
            </a:solidFill>
            <a:prstDash val="solid"/>
            <a:round/>
            <a:headEnd len="med" w="med" type="none"/>
            <a:tailEnd len="med" w="med" type="stealth"/>
          </a:ln>
        </p:spPr>
      </p:cxnSp>
      <p:sp>
        <p:nvSpPr>
          <p:cNvPr id="744" name="Google Shape;744;p87"/>
          <p:cNvSpPr txBox="1"/>
          <p:nvPr/>
        </p:nvSpPr>
        <p:spPr>
          <a:xfrm>
            <a:off x="6527363" y="212125"/>
            <a:ext cx="1119300" cy="348300"/>
          </a:xfrm>
          <a:prstGeom prst="rect">
            <a:avLst/>
          </a:prstGeom>
          <a:noFill/>
          <a:ln>
            <a:noFill/>
          </a:ln>
        </p:spPr>
        <p:txBody>
          <a:bodyPr anchorCtr="0" anchor="t" bIns="88200" lIns="88200" spcFirstLastPara="1" rIns="88200" wrap="square" tIns="88200">
            <a:spAutoFit/>
          </a:bodyPr>
          <a:lstStyle/>
          <a:p>
            <a:pPr indent="0" lvl="0" marL="0" rtl="0" algn="l">
              <a:spcBef>
                <a:spcPts val="0"/>
              </a:spcBef>
              <a:spcAft>
                <a:spcPts val="0"/>
              </a:spcAft>
              <a:buNone/>
            </a:pPr>
            <a:r>
              <a:rPr lang="en" sz="1105">
                <a:solidFill>
                  <a:schemeClr val="dk1"/>
                </a:solidFill>
                <a:latin typeface="Newsreader"/>
                <a:ea typeface="Newsreader"/>
                <a:cs typeface="Newsreader"/>
                <a:sym typeface="Newsreader"/>
              </a:rPr>
              <a:t>Genome Id</a:t>
            </a:r>
            <a:endParaRPr sz="1105">
              <a:solidFill>
                <a:schemeClr val="dk1"/>
              </a:solidFill>
              <a:latin typeface="Newsreader"/>
              <a:ea typeface="Newsreader"/>
              <a:cs typeface="Newsreader"/>
              <a:sym typeface="Newsreader"/>
            </a:endParaRPr>
          </a:p>
        </p:txBody>
      </p:sp>
      <p:sp>
        <p:nvSpPr>
          <p:cNvPr id="745" name="Google Shape;745;p87"/>
          <p:cNvSpPr/>
          <p:nvPr/>
        </p:nvSpPr>
        <p:spPr>
          <a:xfrm rot="5400000">
            <a:off x="4206417" y="1716513"/>
            <a:ext cx="138300" cy="624000"/>
          </a:xfrm>
          <a:prstGeom prst="leftBrace">
            <a:avLst>
              <a:gd fmla="val 50000" name="adj1"/>
              <a:gd fmla="val 50000" name="adj2"/>
            </a:avLst>
          </a:prstGeom>
          <a:noFill/>
          <a:ln cap="flat" cmpd="sng" w="13275">
            <a:solidFill>
              <a:schemeClr val="dk1"/>
            </a:solidFill>
            <a:prstDash val="solid"/>
            <a:round/>
            <a:headEnd len="sm" w="sm" type="none"/>
            <a:tailEnd len="sm" w="sm" type="none"/>
          </a:ln>
        </p:spPr>
        <p:txBody>
          <a:bodyPr anchorCtr="0" anchor="ctr" bIns="127425" lIns="127425" spcFirstLastPara="1" rIns="127425" wrap="square" tIns="127425">
            <a:noAutofit/>
          </a:bodyPr>
          <a:lstStyle/>
          <a:p>
            <a:pPr indent="0" lvl="0" marL="0" rtl="0" algn="ctr">
              <a:spcBef>
                <a:spcPts val="0"/>
              </a:spcBef>
              <a:spcAft>
                <a:spcPts val="0"/>
              </a:spcAft>
              <a:buNone/>
            </a:pPr>
            <a:r>
              <a:t/>
            </a:r>
            <a:endParaRPr sz="1952">
              <a:latin typeface="DM Sans"/>
              <a:ea typeface="DM Sans"/>
              <a:cs typeface="DM Sans"/>
              <a:sym typeface="DM Sans"/>
            </a:endParaRPr>
          </a:p>
        </p:txBody>
      </p:sp>
      <p:sp>
        <p:nvSpPr>
          <p:cNvPr id="746" name="Google Shape;746;p87"/>
          <p:cNvSpPr txBox="1"/>
          <p:nvPr/>
        </p:nvSpPr>
        <p:spPr>
          <a:xfrm>
            <a:off x="3884075" y="1660536"/>
            <a:ext cx="783000" cy="348300"/>
          </a:xfrm>
          <a:prstGeom prst="rect">
            <a:avLst/>
          </a:prstGeom>
          <a:noFill/>
          <a:ln>
            <a:noFill/>
          </a:ln>
        </p:spPr>
        <p:txBody>
          <a:bodyPr anchorCtr="0" anchor="t" bIns="88200" lIns="88200" spcFirstLastPara="1" rIns="88200" wrap="square" tIns="88200">
            <a:spAutoFit/>
          </a:bodyPr>
          <a:lstStyle/>
          <a:p>
            <a:pPr indent="0" lvl="0" marL="0" rtl="0" algn="l">
              <a:spcBef>
                <a:spcPts val="0"/>
              </a:spcBef>
              <a:spcAft>
                <a:spcPts val="0"/>
              </a:spcAft>
              <a:buNone/>
            </a:pPr>
            <a:r>
              <a:rPr lang="en" sz="1105">
                <a:solidFill>
                  <a:schemeClr val="dk1"/>
                </a:solidFill>
                <a:latin typeface="Newsreader"/>
                <a:ea typeface="Newsreader"/>
                <a:cs typeface="Newsreader"/>
                <a:sym typeface="Newsreader"/>
              </a:rPr>
              <a:t>Protein</a:t>
            </a:r>
            <a:r>
              <a:rPr lang="en" sz="1105">
                <a:solidFill>
                  <a:schemeClr val="dk1"/>
                </a:solidFill>
                <a:latin typeface="Newsreader"/>
                <a:ea typeface="Newsreader"/>
                <a:cs typeface="Newsreader"/>
                <a:sym typeface="Newsreader"/>
              </a:rPr>
              <a:t> Id</a:t>
            </a:r>
            <a:endParaRPr sz="1105">
              <a:solidFill>
                <a:schemeClr val="dk1"/>
              </a:solidFill>
              <a:latin typeface="Newsreader"/>
              <a:ea typeface="Newsreader"/>
              <a:cs typeface="Newsreader"/>
              <a:sym typeface="Newsreader"/>
            </a:endParaRPr>
          </a:p>
        </p:txBody>
      </p:sp>
      <p:sp>
        <p:nvSpPr>
          <p:cNvPr id="747" name="Google Shape;747;p87"/>
          <p:cNvSpPr/>
          <p:nvPr/>
        </p:nvSpPr>
        <p:spPr>
          <a:xfrm rot="5400000">
            <a:off x="7263857" y="1306718"/>
            <a:ext cx="148200" cy="1443600"/>
          </a:xfrm>
          <a:prstGeom prst="leftBrace">
            <a:avLst>
              <a:gd fmla="val 50000" name="adj1"/>
              <a:gd fmla="val 50000" name="adj2"/>
            </a:avLst>
          </a:prstGeom>
          <a:noFill/>
          <a:ln cap="flat" cmpd="sng" w="14225">
            <a:solidFill>
              <a:schemeClr val="dk1"/>
            </a:solidFill>
            <a:prstDash val="solid"/>
            <a:round/>
            <a:headEnd len="sm" w="sm" type="none"/>
            <a:tailEnd len="sm" w="sm" type="none"/>
          </a:ln>
        </p:spPr>
        <p:txBody>
          <a:bodyPr anchorCtr="0" anchor="ctr" bIns="136475" lIns="136475" spcFirstLastPara="1" rIns="136475" wrap="square" tIns="136475">
            <a:noAutofit/>
          </a:bodyPr>
          <a:lstStyle/>
          <a:p>
            <a:pPr indent="0" lvl="0" marL="0" rtl="0" algn="ctr">
              <a:spcBef>
                <a:spcPts val="0"/>
              </a:spcBef>
              <a:spcAft>
                <a:spcPts val="0"/>
              </a:spcAft>
              <a:buNone/>
            </a:pPr>
            <a:r>
              <a:t/>
            </a:r>
            <a:endParaRPr sz="2090">
              <a:latin typeface="DM Sans"/>
              <a:ea typeface="DM Sans"/>
              <a:cs typeface="DM Sans"/>
              <a:sym typeface="DM Sans"/>
            </a:endParaRPr>
          </a:p>
        </p:txBody>
      </p:sp>
      <p:sp>
        <p:nvSpPr>
          <p:cNvPr id="748" name="Google Shape;748;p87"/>
          <p:cNvSpPr txBox="1"/>
          <p:nvPr/>
        </p:nvSpPr>
        <p:spPr>
          <a:xfrm>
            <a:off x="6752067" y="1657061"/>
            <a:ext cx="1371000" cy="348300"/>
          </a:xfrm>
          <a:prstGeom prst="rect">
            <a:avLst/>
          </a:prstGeom>
          <a:noFill/>
          <a:ln>
            <a:noFill/>
          </a:ln>
        </p:spPr>
        <p:txBody>
          <a:bodyPr anchorCtr="0" anchor="t" bIns="88200" lIns="88200" spcFirstLastPara="1" rIns="88200" wrap="square" tIns="88200">
            <a:spAutoFit/>
          </a:bodyPr>
          <a:lstStyle/>
          <a:p>
            <a:pPr indent="0" lvl="0" marL="0" rtl="0" algn="l">
              <a:spcBef>
                <a:spcPts val="0"/>
              </a:spcBef>
              <a:spcAft>
                <a:spcPts val="0"/>
              </a:spcAft>
              <a:buNone/>
            </a:pPr>
            <a:r>
              <a:rPr lang="en" sz="1105">
                <a:solidFill>
                  <a:schemeClr val="dk1"/>
                </a:solidFill>
                <a:latin typeface="Newsreader"/>
                <a:ea typeface="Newsreader"/>
                <a:cs typeface="Newsreader"/>
                <a:sym typeface="Newsreader"/>
              </a:rPr>
              <a:t>Taxonomic Label</a:t>
            </a:r>
            <a:endParaRPr sz="1105">
              <a:solidFill>
                <a:schemeClr val="dk1"/>
              </a:solidFill>
              <a:latin typeface="Newsreader"/>
              <a:ea typeface="Newsreader"/>
              <a:cs typeface="Newsreader"/>
              <a:sym typeface="Newsreader"/>
            </a:endParaRPr>
          </a:p>
        </p:txBody>
      </p:sp>
      <p:sp>
        <p:nvSpPr>
          <p:cNvPr id="749" name="Google Shape;749;p87"/>
          <p:cNvSpPr/>
          <p:nvPr/>
        </p:nvSpPr>
        <p:spPr>
          <a:xfrm>
            <a:off x="5394336" y="1470040"/>
            <a:ext cx="253800" cy="660900"/>
          </a:xfrm>
          <a:prstGeom prst="downArrow">
            <a:avLst>
              <a:gd fmla="val 50000" name="adj1"/>
              <a:gd fmla="val 50000" name="adj2"/>
            </a:avLst>
          </a:prstGeom>
          <a:solidFill>
            <a:srgbClr val="C00000"/>
          </a:solidFill>
          <a:ln>
            <a:noFill/>
          </a:ln>
        </p:spPr>
        <p:txBody>
          <a:bodyPr anchorCtr="0" anchor="ctr" bIns="97925" lIns="97925" spcFirstLastPara="1" rIns="97925" wrap="square" tIns="97925">
            <a:noAutofit/>
          </a:bodyPr>
          <a:lstStyle/>
          <a:p>
            <a:pPr indent="0" lvl="0" marL="0" rtl="0" algn="ctr">
              <a:spcBef>
                <a:spcPts val="0"/>
              </a:spcBef>
              <a:spcAft>
                <a:spcPts val="0"/>
              </a:spcAft>
              <a:buNone/>
            </a:pPr>
            <a:r>
              <a:t/>
            </a:r>
            <a:endParaRPr sz="1499">
              <a:latin typeface="DM Sans"/>
              <a:ea typeface="DM Sans"/>
              <a:cs typeface="DM Sans"/>
              <a:sym typeface="DM Sans"/>
            </a:endParaRPr>
          </a:p>
        </p:txBody>
      </p:sp>
      <p:sp>
        <p:nvSpPr>
          <p:cNvPr id="750" name="Google Shape;750;p87"/>
          <p:cNvSpPr txBox="1"/>
          <p:nvPr/>
        </p:nvSpPr>
        <p:spPr>
          <a:xfrm>
            <a:off x="5648157" y="1681210"/>
            <a:ext cx="783000" cy="518100"/>
          </a:xfrm>
          <a:prstGeom prst="rect">
            <a:avLst/>
          </a:prstGeom>
          <a:noFill/>
          <a:ln>
            <a:noFill/>
          </a:ln>
        </p:spPr>
        <p:txBody>
          <a:bodyPr anchorCtr="0" anchor="t" bIns="88200" lIns="88200" spcFirstLastPara="1" rIns="88200" wrap="square" tIns="88200">
            <a:spAutoFit/>
          </a:bodyPr>
          <a:lstStyle/>
          <a:p>
            <a:pPr indent="0" lvl="0" marL="0" rtl="0" algn="l">
              <a:spcBef>
                <a:spcPts val="0"/>
              </a:spcBef>
              <a:spcAft>
                <a:spcPts val="0"/>
              </a:spcAft>
              <a:buNone/>
            </a:pPr>
            <a:r>
              <a:rPr lang="en" sz="1105">
                <a:solidFill>
                  <a:srgbClr val="EA9999"/>
                </a:solidFill>
                <a:latin typeface="Newsreader"/>
                <a:ea typeface="Newsreader"/>
                <a:cs typeface="Newsreader"/>
                <a:sym typeface="Newsreader"/>
              </a:rPr>
              <a:t>Extract fasta file</a:t>
            </a:r>
            <a:endParaRPr sz="1105">
              <a:solidFill>
                <a:srgbClr val="EA9999"/>
              </a:solidFill>
              <a:latin typeface="Newsreader"/>
              <a:ea typeface="Newsreader"/>
              <a:cs typeface="Newsreader"/>
              <a:sym typeface="Newsreader"/>
            </a:endParaRPr>
          </a:p>
        </p:txBody>
      </p:sp>
      <p:sp>
        <p:nvSpPr>
          <p:cNvPr id="751" name="Google Shape;751;p87"/>
          <p:cNvSpPr/>
          <p:nvPr/>
        </p:nvSpPr>
        <p:spPr>
          <a:xfrm rot="10800000">
            <a:off x="8180186" y="2256912"/>
            <a:ext cx="148200" cy="650100"/>
          </a:xfrm>
          <a:prstGeom prst="leftBrace">
            <a:avLst>
              <a:gd fmla="val 50000" name="adj1"/>
              <a:gd fmla="val 50000" name="adj2"/>
            </a:avLst>
          </a:prstGeom>
          <a:noFill/>
          <a:ln cap="flat" cmpd="sng" w="14225">
            <a:solidFill>
              <a:schemeClr val="dk1"/>
            </a:solidFill>
            <a:prstDash val="solid"/>
            <a:round/>
            <a:headEnd len="sm" w="sm" type="none"/>
            <a:tailEnd len="sm" w="sm" type="none"/>
          </a:ln>
        </p:spPr>
        <p:txBody>
          <a:bodyPr anchorCtr="0" anchor="ctr" bIns="136475" lIns="136475" spcFirstLastPara="1" rIns="136475" wrap="square" tIns="136475">
            <a:noAutofit/>
          </a:bodyPr>
          <a:lstStyle/>
          <a:p>
            <a:pPr indent="0" lvl="0" marL="0" rtl="0" algn="ctr">
              <a:spcBef>
                <a:spcPts val="0"/>
              </a:spcBef>
              <a:spcAft>
                <a:spcPts val="0"/>
              </a:spcAft>
              <a:buNone/>
            </a:pPr>
            <a:r>
              <a:t/>
            </a:r>
            <a:endParaRPr sz="2090">
              <a:latin typeface="DM Sans"/>
              <a:ea typeface="DM Sans"/>
              <a:cs typeface="DM Sans"/>
              <a:sym typeface="DM Sans"/>
            </a:endParaRPr>
          </a:p>
        </p:txBody>
      </p:sp>
      <p:sp>
        <p:nvSpPr>
          <p:cNvPr id="752" name="Google Shape;752;p87"/>
          <p:cNvSpPr txBox="1"/>
          <p:nvPr/>
        </p:nvSpPr>
        <p:spPr>
          <a:xfrm>
            <a:off x="8309805" y="2322901"/>
            <a:ext cx="783000" cy="518100"/>
          </a:xfrm>
          <a:prstGeom prst="rect">
            <a:avLst/>
          </a:prstGeom>
          <a:noFill/>
          <a:ln>
            <a:noFill/>
          </a:ln>
        </p:spPr>
        <p:txBody>
          <a:bodyPr anchorCtr="0" anchor="t" bIns="88200" lIns="88200" spcFirstLastPara="1" rIns="88200" wrap="square" tIns="88200">
            <a:spAutoFit/>
          </a:bodyPr>
          <a:lstStyle/>
          <a:p>
            <a:pPr indent="0" lvl="0" marL="0" rtl="0" algn="l">
              <a:spcBef>
                <a:spcPts val="0"/>
              </a:spcBef>
              <a:spcAft>
                <a:spcPts val="0"/>
              </a:spcAft>
              <a:buNone/>
            </a:pPr>
            <a:r>
              <a:rPr lang="en" sz="1105">
                <a:solidFill>
                  <a:schemeClr val="dk1"/>
                </a:solidFill>
                <a:latin typeface="Newsreader"/>
                <a:ea typeface="Newsreader"/>
                <a:cs typeface="Newsreader"/>
                <a:sym typeface="Newsreader"/>
              </a:rPr>
              <a:t>Protein Sequence</a:t>
            </a:r>
            <a:endParaRPr sz="1105">
              <a:solidFill>
                <a:schemeClr val="dk1"/>
              </a:solidFill>
              <a:latin typeface="Newsreader"/>
              <a:ea typeface="Newsreader"/>
              <a:cs typeface="Newsreader"/>
              <a:sym typeface="Newsreader"/>
            </a:endParaRPr>
          </a:p>
        </p:txBody>
      </p:sp>
      <p:sp>
        <p:nvSpPr>
          <p:cNvPr id="753" name="Google Shape;753;p87"/>
          <p:cNvSpPr/>
          <p:nvPr/>
        </p:nvSpPr>
        <p:spPr>
          <a:xfrm rot="10800000">
            <a:off x="7260670" y="3223599"/>
            <a:ext cx="1464300" cy="1437300"/>
          </a:xfrm>
          <a:prstGeom prst="bentArrow">
            <a:avLst>
              <a:gd fmla="val 12688" name="adj1"/>
              <a:gd fmla="val 16249" name="adj2"/>
              <a:gd fmla="val 23480" name="adj3"/>
              <a:gd fmla="val 43750" name="adj4"/>
            </a:avLst>
          </a:prstGeom>
          <a:solidFill>
            <a:srgbClr val="C00000"/>
          </a:solidFill>
          <a:ln>
            <a:noFill/>
          </a:ln>
        </p:spPr>
        <p:txBody>
          <a:bodyPr anchorCtr="0" anchor="ctr" bIns="97925" lIns="97925" spcFirstLastPara="1" rIns="97925" wrap="square" tIns="97925">
            <a:noAutofit/>
          </a:bodyPr>
          <a:lstStyle/>
          <a:p>
            <a:pPr indent="0" lvl="0" marL="0" rtl="0" algn="ctr">
              <a:spcBef>
                <a:spcPts val="0"/>
              </a:spcBef>
              <a:spcAft>
                <a:spcPts val="0"/>
              </a:spcAft>
              <a:buNone/>
            </a:pPr>
            <a:r>
              <a:t/>
            </a:r>
            <a:endParaRPr sz="1499">
              <a:latin typeface="DM Sans"/>
              <a:ea typeface="DM Sans"/>
              <a:cs typeface="DM Sans"/>
              <a:sym typeface="DM Sans"/>
            </a:endParaRPr>
          </a:p>
        </p:txBody>
      </p:sp>
      <p:sp>
        <p:nvSpPr>
          <p:cNvPr id="754" name="Google Shape;754;p87"/>
          <p:cNvSpPr txBox="1"/>
          <p:nvPr/>
        </p:nvSpPr>
        <p:spPr>
          <a:xfrm>
            <a:off x="7111220" y="3284398"/>
            <a:ext cx="1371000" cy="858300"/>
          </a:xfrm>
          <a:prstGeom prst="rect">
            <a:avLst/>
          </a:prstGeom>
          <a:noFill/>
          <a:ln>
            <a:noFill/>
          </a:ln>
        </p:spPr>
        <p:txBody>
          <a:bodyPr anchorCtr="0" anchor="t" bIns="88200" lIns="88200" spcFirstLastPara="1" rIns="88200" wrap="square" tIns="88200">
            <a:spAutoFit/>
          </a:bodyPr>
          <a:lstStyle/>
          <a:p>
            <a:pPr indent="0" lvl="0" marL="0" rtl="0" algn="l">
              <a:spcBef>
                <a:spcPts val="0"/>
              </a:spcBef>
              <a:spcAft>
                <a:spcPts val="0"/>
              </a:spcAft>
              <a:buNone/>
            </a:pPr>
            <a:r>
              <a:rPr lang="en" sz="1105">
                <a:solidFill>
                  <a:srgbClr val="EA9999"/>
                </a:solidFill>
                <a:latin typeface="Newsreader"/>
                <a:ea typeface="Newsreader"/>
                <a:cs typeface="Newsreader"/>
                <a:sym typeface="Newsreader"/>
              </a:rPr>
              <a:t>Convert protein sequences into vectors using ESM Metagenomic Atlas</a:t>
            </a:r>
            <a:endParaRPr sz="1105">
              <a:solidFill>
                <a:srgbClr val="EA9999"/>
              </a:solidFill>
              <a:latin typeface="Newsreader"/>
              <a:ea typeface="Newsreader"/>
              <a:cs typeface="Newsreader"/>
              <a:sym typeface="Newsreader"/>
            </a:endParaRPr>
          </a:p>
        </p:txBody>
      </p:sp>
      <p:sp>
        <p:nvSpPr>
          <p:cNvPr id="755" name="Google Shape;755;p87"/>
          <p:cNvSpPr txBox="1"/>
          <p:nvPr/>
        </p:nvSpPr>
        <p:spPr>
          <a:xfrm>
            <a:off x="132400" y="2256900"/>
            <a:ext cx="3762000" cy="6465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None/>
            </a:pPr>
            <a:r>
              <a:rPr lang="en" sz="1500">
                <a:solidFill>
                  <a:schemeClr val="dk1"/>
                </a:solidFill>
                <a:latin typeface="DM Sans"/>
                <a:ea typeface="DM Sans"/>
                <a:cs typeface="DM Sans"/>
                <a:sym typeface="DM Sans"/>
              </a:rPr>
              <a:t>2.   </a:t>
            </a:r>
            <a:r>
              <a:rPr lang="en" sz="1500">
                <a:solidFill>
                  <a:schemeClr val="dk1"/>
                </a:solidFill>
                <a:latin typeface="DM Sans"/>
                <a:ea typeface="DM Sans"/>
                <a:cs typeface="DM Sans"/>
                <a:sym typeface="DM Sans"/>
              </a:rPr>
              <a:t>Table entries parsed from FASTA files and filtered to 2M entries</a:t>
            </a:r>
            <a:endParaRPr sz="1200">
              <a:solidFill>
                <a:schemeClr val="lt1"/>
              </a:solidFill>
              <a:latin typeface="DM Sans"/>
              <a:ea typeface="DM Sans"/>
              <a:cs typeface="DM Sans"/>
              <a:sym typeface="DM Sans"/>
            </a:endParaRPr>
          </a:p>
        </p:txBody>
      </p:sp>
      <p:sp>
        <p:nvSpPr>
          <p:cNvPr id="756" name="Google Shape;756;p87"/>
          <p:cNvSpPr txBox="1"/>
          <p:nvPr/>
        </p:nvSpPr>
        <p:spPr>
          <a:xfrm>
            <a:off x="132400" y="4148775"/>
            <a:ext cx="3762000" cy="646500"/>
          </a:xfrm>
          <a:prstGeom prst="rect">
            <a:avLst/>
          </a:prstGeom>
          <a:noFill/>
          <a:ln>
            <a:noFill/>
          </a:ln>
        </p:spPr>
        <p:txBody>
          <a:bodyPr anchorCtr="0" anchor="t" bIns="91425" lIns="91425" spcFirstLastPara="1" rIns="91425" wrap="square" tIns="91425">
            <a:spAutoFit/>
          </a:bodyPr>
          <a:lstStyle/>
          <a:p>
            <a:pPr indent="-285750" lvl="0" marL="400050" rtl="0" algn="l">
              <a:spcBef>
                <a:spcPts val="0"/>
              </a:spcBef>
              <a:spcAft>
                <a:spcPts val="0"/>
              </a:spcAft>
              <a:buNone/>
            </a:pPr>
            <a:r>
              <a:rPr lang="en" sz="1500">
                <a:solidFill>
                  <a:schemeClr val="dk1"/>
                </a:solidFill>
                <a:latin typeface="DM Sans"/>
                <a:ea typeface="DM Sans"/>
                <a:cs typeface="DM Sans"/>
                <a:sym typeface="DM Sans"/>
              </a:rPr>
              <a:t>3.   </a:t>
            </a:r>
            <a:r>
              <a:rPr lang="en" sz="1500">
                <a:solidFill>
                  <a:schemeClr val="dk1"/>
                </a:solidFill>
                <a:latin typeface="DM Sans"/>
                <a:ea typeface="DM Sans"/>
                <a:cs typeface="DM Sans"/>
                <a:sym typeface="DM Sans"/>
              </a:rPr>
              <a:t>Virus/bacteria protein sequences embedded into vectors </a:t>
            </a:r>
            <a:endParaRPr sz="1200">
              <a:solidFill>
                <a:schemeClr val="lt1"/>
              </a:solidFill>
              <a:latin typeface="DM Sans"/>
              <a:ea typeface="DM Sans"/>
              <a:cs typeface="DM Sans"/>
              <a:sym typeface="DM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88"/>
          <p:cNvSpPr/>
          <p:nvPr/>
        </p:nvSpPr>
        <p:spPr>
          <a:xfrm flipH="1">
            <a:off x="1783775" y="877200"/>
            <a:ext cx="494400" cy="596100"/>
          </a:xfrm>
          <a:prstGeom prst="downArrow">
            <a:avLst>
              <a:gd fmla="val 47313" name="adj1"/>
              <a:gd fmla="val 62668" name="adj2"/>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762" name="Google Shape;762;p88"/>
          <p:cNvSpPr txBox="1"/>
          <p:nvPr>
            <p:ph idx="12" type="sldNum"/>
          </p:nvPr>
        </p:nvSpPr>
        <p:spPr>
          <a:xfrm>
            <a:off x="7102881" y="185179"/>
            <a:ext cx="334500" cy="142500"/>
          </a:xfrm>
          <a:prstGeom prst="rect">
            <a:avLst/>
          </a:prstGeom>
        </p:spPr>
        <p:txBody>
          <a:bodyPr anchorCtr="0" anchor="t" bIns="55650" lIns="55650" spcFirstLastPara="1" rIns="55650" wrap="square" tIns="55650">
            <a:noAutofit/>
          </a:bodyPr>
          <a:lstStyle/>
          <a:p>
            <a:pPr indent="0" lvl="0" marL="0" rtl="0" algn="r">
              <a:spcBef>
                <a:spcPts val="0"/>
              </a:spcBef>
              <a:spcAft>
                <a:spcPts val="0"/>
              </a:spcAft>
              <a:buNone/>
            </a:pPr>
            <a:fld id="{00000000-1234-1234-1234-123412341234}" type="slidenum">
              <a:rPr lang="en" sz="426"/>
              <a:t>‹#›</a:t>
            </a:fld>
            <a:endParaRPr sz="426"/>
          </a:p>
        </p:txBody>
      </p:sp>
      <p:sp>
        <p:nvSpPr>
          <p:cNvPr id="763" name="Google Shape;763;p88"/>
          <p:cNvSpPr txBox="1"/>
          <p:nvPr>
            <p:ph idx="12" type="sldNum"/>
          </p:nvPr>
        </p:nvSpPr>
        <p:spPr>
          <a:xfrm>
            <a:off x="8467650" y="4790675"/>
            <a:ext cx="548700" cy="234000"/>
          </a:xfrm>
          <a:prstGeom prst="rect">
            <a:avLst/>
          </a:prstGeom>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sz="900">
                <a:solidFill>
                  <a:schemeClr val="dk1"/>
                </a:solidFill>
              </a:rPr>
              <a:t>‹#›</a:t>
            </a:fld>
            <a:endParaRPr sz="900">
              <a:solidFill>
                <a:schemeClr val="dk1"/>
              </a:solidFill>
            </a:endParaRPr>
          </a:p>
        </p:txBody>
      </p:sp>
      <p:sp>
        <p:nvSpPr>
          <p:cNvPr id="764" name="Google Shape;764;p88"/>
          <p:cNvSpPr/>
          <p:nvPr/>
        </p:nvSpPr>
        <p:spPr>
          <a:xfrm>
            <a:off x="4813549" y="427542"/>
            <a:ext cx="2470800" cy="335700"/>
          </a:xfrm>
          <a:prstGeom prst="rect">
            <a:avLst/>
          </a:prstGeom>
          <a:solidFill>
            <a:srgbClr val="EA9999"/>
          </a:solidFill>
          <a:ln cap="flat" cmpd="sng" w="5800">
            <a:solidFill>
              <a:schemeClr val="dk2"/>
            </a:solidFill>
            <a:prstDash val="solid"/>
            <a:round/>
            <a:headEnd len="sm" w="sm" type="none"/>
            <a:tailEnd len="sm" w="sm" type="none"/>
          </a:ln>
        </p:spPr>
        <p:txBody>
          <a:bodyPr anchorCtr="0" anchor="ctr" bIns="55650" lIns="55650" spcFirstLastPara="1" rIns="55650" wrap="square" tIns="55650">
            <a:noAutofit/>
          </a:bodyPr>
          <a:lstStyle/>
          <a:p>
            <a:pPr indent="0" lvl="0" marL="0" rtl="0" algn="ctr">
              <a:spcBef>
                <a:spcPts val="0"/>
              </a:spcBef>
              <a:spcAft>
                <a:spcPts val="0"/>
              </a:spcAft>
              <a:buNone/>
            </a:pPr>
            <a:r>
              <a:t/>
            </a:r>
            <a:endParaRPr sz="853">
              <a:latin typeface="DM Sans"/>
              <a:ea typeface="DM Sans"/>
              <a:cs typeface="DM Sans"/>
              <a:sym typeface="DM Sans"/>
            </a:endParaRPr>
          </a:p>
        </p:txBody>
      </p:sp>
      <p:sp>
        <p:nvSpPr>
          <p:cNvPr id="765" name="Google Shape;765;p88"/>
          <p:cNvSpPr/>
          <p:nvPr/>
        </p:nvSpPr>
        <p:spPr>
          <a:xfrm>
            <a:off x="4822121" y="426796"/>
            <a:ext cx="2033400" cy="336900"/>
          </a:xfrm>
          <a:prstGeom prst="rect">
            <a:avLst/>
          </a:prstGeom>
          <a:solidFill>
            <a:schemeClr val="lt2"/>
          </a:solidFill>
          <a:ln cap="flat" cmpd="sng" w="5800">
            <a:solidFill>
              <a:schemeClr val="dk2"/>
            </a:solidFill>
            <a:prstDash val="solid"/>
            <a:round/>
            <a:headEnd len="sm" w="sm" type="none"/>
            <a:tailEnd len="sm" w="sm" type="none"/>
          </a:ln>
        </p:spPr>
        <p:txBody>
          <a:bodyPr anchorCtr="0" anchor="ctr" bIns="55650" lIns="55650" spcFirstLastPara="1" rIns="55650" wrap="square" tIns="55650">
            <a:noAutofit/>
          </a:bodyPr>
          <a:lstStyle/>
          <a:p>
            <a:pPr indent="0" lvl="0" marL="0" rtl="0" algn="ctr">
              <a:spcBef>
                <a:spcPts val="0"/>
              </a:spcBef>
              <a:spcAft>
                <a:spcPts val="0"/>
              </a:spcAft>
              <a:buNone/>
            </a:pPr>
            <a:r>
              <a:t/>
            </a:r>
            <a:endParaRPr sz="853">
              <a:latin typeface="DM Sans"/>
              <a:ea typeface="DM Sans"/>
              <a:cs typeface="DM Sans"/>
              <a:sym typeface="DM Sans"/>
            </a:endParaRPr>
          </a:p>
        </p:txBody>
      </p:sp>
      <p:sp>
        <p:nvSpPr>
          <p:cNvPr id="766" name="Google Shape;766;p88"/>
          <p:cNvSpPr txBox="1"/>
          <p:nvPr/>
        </p:nvSpPr>
        <p:spPr>
          <a:xfrm>
            <a:off x="5211642" y="75113"/>
            <a:ext cx="1465200" cy="271800"/>
          </a:xfrm>
          <a:prstGeom prst="rect">
            <a:avLst/>
          </a:prstGeom>
          <a:noFill/>
          <a:ln>
            <a:noFill/>
          </a:ln>
        </p:spPr>
        <p:txBody>
          <a:bodyPr anchorCtr="0" anchor="t" bIns="55650" lIns="55650" spcFirstLastPara="1" rIns="55650" wrap="square" tIns="55650">
            <a:spAutoFit/>
          </a:bodyPr>
          <a:lstStyle/>
          <a:p>
            <a:pPr indent="0" lvl="0" marL="0" rtl="0" algn="l">
              <a:spcBef>
                <a:spcPts val="0"/>
              </a:spcBef>
              <a:spcAft>
                <a:spcPts val="0"/>
              </a:spcAft>
              <a:buNone/>
            </a:pPr>
            <a:r>
              <a:rPr lang="en" sz="1035">
                <a:solidFill>
                  <a:schemeClr val="dk1"/>
                </a:solidFill>
                <a:latin typeface="Newsreader"/>
                <a:ea typeface="Newsreader"/>
                <a:cs typeface="Newsreader"/>
                <a:sym typeface="Newsreader"/>
              </a:rPr>
              <a:t>Training Set (80%)</a:t>
            </a:r>
            <a:endParaRPr sz="1035">
              <a:solidFill>
                <a:schemeClr val="dk1"/>
              </a:solidFill>
              <a:latin typeface="Newsreader"/>
              <a:ea typeface="Newsreader"/>
              <a:cs typeface="Newsreader"/>
              <a:sym typeface="Newsreader"/>
            </a:endParaRPr>
          </a:p>
        </p:txBody>
      </p:sp>
      <p:sp>
        <p:nvSpPr>
          <p:cNvPr id="767" name="Google Shape;767;p88"/>
          <p:cNvSpPr txBox="1"/>
          <p:nvPr/>
        </p:nvSpPr>
        <p:spPr>
          <a:xfrm>
            <a:off x="6525307" y="814312"/>
            <a:ext cx="1357500" cy="271800"/>
          </a:xfrm>
          <a:prstGeom prst="rect">
            <a:avLst/>
          </a:prstGeom>
          <a:noFill/>
          <a:ln>
            <a:noFill/>
          </a:ln>
        </p:spPr>
        <p:txBody>
          <a:bodyPr anchorCtr="0" anchor="t" bIns="55650" lIns="55650" spcFirstLastPara="1" rIns="55650" wrap="square" tIns="55650">
            <a:spAutoFit/>
          </a:bodyPr>
          <a:lstStyle/>
          <a:p>
            <a:pPr indent="0" lvl="0" marL="0" rtl="0" algn="l">
              <a:spcBef>
                <a:spcPts val="0"/>
              </a:spcBef>
              <a:spcAft>
                <a:spcPts val="0"/>
              </a:spcAft>
              <a:buNone/>
            </a:pPr>
            <a:r>
              <a:rPr lang="en" sz="1035">
                <a:solidFill>
                  <a:schemeClr val="dk1"/>
                </a:solidFill>
                <a:latin typeface="Newsreader"/>
                <a:ea typeface="Newsreader"/>
                <a:cs typeface="Newsreader"/>
                <a:sym typeface="Newsreader"/>
              </a:rPr>
              <a:t>Testing</a:t>
            </a:r>
            <a:r>
              <a:rPr lang="en" sz="1035">
                <a:solidFill>
                  <a:schemeClr val="dk1"/>
                </a:solidFill>
                <a:latin typeface="Newsreader"/>
                <a:ea typeface="Newsreader"/>
                <a:cs typeface="Newsreader"/>
                <a:sym typeface="Newsreader"/>
              </a:rPr>
              <a:t> Set (20%)</a:t>
            </a:r>
            <a:endParaRPr sz="1035">
              <a:solidFill>
                <a:schemeClr val="dk1"/>
              </a:solidFill>
              <a:latin typeface="Newsreader"/>
              <a:ea typeface="Newsreader"/>
              <a:cs typeface="Newsreader"/>
              <a:sym typeface="Newsreader"/>
            </a:endParaRPr>
          </a:p>
        </p:txBody>
      </p:sp>
      <p:sp>
        <p:nvSpPr>
          <p:cNvPr id="768" name="Google Shape;768;p88"/>
          <p:cNvSpPr/>
          <p:nvPr/>
        </p:nvSpPr>
        <p:spPr>
          <a:xfrm rot="5400000">
            <a:off x="5789216" y="-641908"/>
            <a:ext cx="83400" cy="2022600"/>
          </a:xfrm>
          <a:prstGeom prst="leftBrace">
            <a:avLst>
              <a:gd fmla="val 106835" name="adj1"/>
              <a:gd fmla="val 50000" name="adj2"/>
            </a:avLst>
          </a:prstGeom>
          <a:noFill/>
          <a:ln cap="flat" cmpd="sng" w="5800">
            <a:solidFill>
              <a:schemeClr val="dk1"/>
            </a:solidFill>
            <a:prstDash val="solid"/>
            <a:round/>
            <a:headEnd len="sm" w="sm" type="none"/>
            <a:tailEnd len="sm" w="sm" type="none"/>
          </a:ln>
        </p:spPr>
        <p:txBody>
          <a:bodyPr anchorCtr="0" anchor="ctr" bIns="55650" lIns="55650" spcFirstLastPara="1" rIns="55650" wrap="square" tIns="55650">
            <a:noAutofit/>
          </a:bodyPr>
          <a:lstStyle/>
          <a:p>
            <a:pPr indent="0" lvl="0" marL="0" rtl="0" algn="ctr">
              <a:spcBef>
                <a:spcPts val="0"/>
              </a:spcBef>
              <a:spcAft>
                <a:spcPts val="0"/>
              </a:spcAft>
              <a:buNone/>
            </a:pPr>
            <a:r>
              <a:t/>
            </a:r>
            <a:endParaRPr sz="853">
              <a:latin typeface="DM Sans"/>
              <a:ea typeface="DM Sans"/>
              <a:cs typeface="DM Sans"/>
              <a:sym typeface="DM Sans"/>
            </a:endParaRPr>
          </a:p>
        </p:txBody>
      </p:sp>
      <p:sp>
        <p:nvSpPr>
          <p:cNvPr id="769" name="Google Shape;769;p88"/>
          <p:cNvSpPr/>
          <p:nvPr/>
        </p:nvSpPr>
        <p:spPr>
          <a:xfrm rot="-5400000">
            <a:off x="7038789" y="612061"/>
            <a:ext cx="71400" cy="420300"/>
          </a:xfrm>
          <a:prstGeom prst="leftBrace">
            <a:avLst>
              <a:gd fmla="val 50000" name="adj1"/>
              <a:gd fmla="val 50000" name="adj2"/>
            </a:avLst>
          </a:prstGeom>
          <a:noFill/>
          <a:ln cap="flat" cmpd="sng" w="5800">
            <a:solidFill>
              <a:schemeClr val="dk1"/>
            </a:solidFill>
            <a:prstDash val="solid"/>
            <a:round/>
            <a:headEnd len="sm" w="sm" type="none"/>
            <a:tailEnd len="sm" w="sm" type="none"/>
          </a:ln>
        </p:spPr>
        <p:txBody>
          <a:bodyPr anchorCtr="0" anchor="ctr" bIns="55650" lIns="55650" spcFirstLastPara="1" rIns="55650" wrap="square" tIns="55650">
            <a:noAutofit/>
          </a:bodyPr>
          <a:lstStyle/>
          <a:p>
            <a:pPr indent="0" lvl="0" marL="0" rtl="0" algn="ctr">
              <a:spcBef>
                <a:spcPts val="0"/>
              </a:spcBef>
              <a:spcAft>
                <a:spcPts val="0"/>
              </a:spcAft>
              <a:buNone/>
            </a:pPr>
            <a:r>
              <a:t/>
            </a:r>
            <a:endParaRPr sz="853">
              <a:latin typeface="DM Sans"/>
              <a:ea typeface="DM Sans"/>
              <a:cs typeface="DM Sans"/>
              <a:sym typeface="DM Sans"/>
            </a:endParaRPr>
          </a:p>
        </p:txBody>
      </p:sp>
      <p:sp>
        <p:nvSpPr>
          <p:cNvPr id="770" name="Google Shape;770;p88"/>
          <p:cNvSpPr txBox="1"/>
          <p:nvPr/>
        </p:nvSpPr>
        <p:spPr>
          <a:xfrm>
            <a:off x="4822125" y="4621413"/>
            <a:ext cx="1299000" cy="294600"/>
          </a:xfrm>
          <a:prstGeom prst="rect">
            <a:avLst/>
          </a:prstGeom>
          <a:noFill/>
          <a:ln>
            <a:noFill/>
          </a:ln>
        </p:spPr>
        <p:txBody>
          <a:bodyPr anchorCtr="0" anchor="t" bIns="67300" lIns="67300" spcFirstLastPara="1" rIns="67300" wrap="square" tIns="67300">
            <a:spAutoFit/>
          </a:bodyPr>
          <a:lstStyle/>
          <a:p>
            <a:pPr indent="0" lvl="0" marL="0" rtl="0" algn="l">
              <a:spcBef>
                <a:spcPts val="0"/>
              </a:spcBef>
              <a:spcAft>
                <a:spcPts val="0"/>
              </a:spcAft>
              <a:buNone/>
            </a:pPr>
            <a:r>
              <a:rPr lang="en" sz="1031">
                <a:solidFill>
                  <a:schemeClr val="dk1"/>
                </a:solidFill>
                <a:latin typeface="Newsreader"/>
                <a:ea typeface="Newsreader"/>
                <a:cs typeface="Newsreader"/>
                <a:sym typeface="Newsreader"/>
              </a:rPr>
              <a:t>GCF_965178695.1</a:t>
            </a:r>
            <a:endParaRPr sz="1031">
              <a:solidFill>
                <a:schemeClr val="dk1"/>
              </a:solidFill>
              <a:latin typeface="Newsreader"/>
              <a:ea typeface="Newsreader"/>
              <a:cs typeface="Newsreader"/>
              <a:sym typeface="Newsreader"/>
            </a:endParaRPr>
          </a:p>
        </p:txBody>
      </p:sp>
      <p:sp>
        <p:nvSpPr>
          <p:cNvPr id="771" name="Google Shape;771;p88"/>
          <p:cNvSpPr txBox="1"/>
          <p:nvPr/>
        </p:nvSpPr>
        <p:spPr>
          <a:xfrm>
            <a:off x="6324542" y="4469048"/>
            <a:ext cx="1299000" cy="294600"/>
          </a:xfrm>
          <a:prstGeom prst="rect">
            <a:avLst/>
          </a:prstGeom>
          <a:noFill/>
          <a:ln>
            <a:noFill/>
          </a:ln>
        </p:spPr>
        <p:txBody>
          <a:bodyPr anchorCtr="0" anchor="t" bIns="67300" lIns="67300" spcFirstLastPara="1" rIns="67300" wrap="square" tIns="67300">
            <a:spAutoFit/>
          </a:bodyPr>
          <a:lstStyle/>
          <a:p>
            <a:pPr indent="0" lvl="0" marL="0" rtl="0" algn="l">
              <a:spcBef>
                <a:spcPts val="0"/>
              </a:spcBef>
              <a:spcAft>
                <a:spcPts val="0"/>
              </a:spcAft>
              <a:buNone/>
            </a:pPr>
            <a:r>
              <a:rPr lang="en" sz="1031">
                <a:solidFill>
                  <a:schemeClr val="dk1"/>
                </a:solidFill>
                <a:latin typeface="Newsreader"/>
                <a:ea typeface="Newsreader"/>
                <a:cs typeface="Newsreader"/>
                <a:sym typeface="Newsreader"/>
              </a:rPr>
              <a:t>WP_419335103.1</a:t>
            </a:r>
            <a:endParaRPr sz="1031">
              <a:solidFill>
                <a:schemeClr val="dk1"/>
              </a:solidFill>
              <a:latin typeface="Newsreader"/>
              <a:ea typeface="Newsreader"/>
              <a:cs typeface="Newsreader"/>
              <a:sym typeface="Newsreader"/>
            </a:endParaRPr>
          </a:p>
        </p:txBody>
      </p:sp>
      <p:sp>
        <p:nvSpPr>
          <p:cNvPr id="772" name="Google Shape;772;p88"/>
          <p:cNvSpPr txBox="1"/>
          <p:nvPr/>
        </p:nvSpPr>
        <p:spPr>
          <a:xfrm>
            <a:off x="6324542" y="4773789"/>
            <a:ext cx="1299000" cy="294600"/>
          </a:xfrm>
          <a:prstGeom prst="rect">
            <a:avLst/>
          </a:prstGeom>
          <a:noFill/>
          <a:ln>
            <a:noFill/>
          </a:ln>
        </p:spPr>
        <p:txBody>
          <a:bodyPr anchorCtr="0" anchor="t" bIns="67300" lIns="67300" spcFirstLastPara="1" rIns="67300" wrap="square" tIns="67300">
            <a:spAutoFit/>
          </a:bodyPr>
          <a:lstStyle/>
          <a:p>
            <a:pPr indent="0" lvl="0" marL="0" rtl="0" algn="l">
              <a:spcBef>
                <a:spcPts val="0"/>
              </a:spcBef>
              <a:spcAft>
                <a:spcPts val="0"/>
              </a:spcAft>
              <a:buNone/>
            </a:pPr>
            <a:r>
              <a:rPr lang="en" sz="1031">
                <a:solidFill>
                  <a:schemeClr val="dk1"/>
                </a:solidFill>
                <a:latin typeface="Newsreader"/>
                <a:ea typeface="Newsreader"/>
                <a:cs typeface="Newsreader"/>
                <a:sym typeface="Newsreader"/>
              </a:rPr>
              <a:t>WP_419335363.1</a:t>
            </a:r>
            <a:endParaRPr sz="1031">
              <a:solidFill>
                <a:schemeClr val="dk1"/>
              </a:solidFill>
              <a:latin typeface="Newsreader"/>
              <a:ea typeface="Newsreader"/>
              <a:cs typeface="Newsreader"/>
              <a:sym typeface="Newsreader"/>
            </a:endParaRPr>
          </a:p>
        </p:txBody>
      </p:sp>
      <p:sp>
        <p:nvSpPr>
          <p:cNvPr id="773" name="Google Shape;773;p88"/>
          <p:cNvSpPr/>
          <p:nvPr/>
        </p:nvSpPr>
        <p:spPr>
          <a:xfrm>
            <a:off x="6059413" y="4519712"/>
            <a:ext cx="146400" cy="498000"/>
          </a:xfrm>
          <a:prstGeom prst="leftBrace">
            <a:avLst>
              <a:gd fmla="val 53892" name="adj1"/>
              <a:gd fmla="val 50000" name="adj2"/>
            </a:avLst>
          </a:prstGeom>
          <a:noFill/>
          <a:ln cap="flat" cmpd="sng" w="6325">
            <a:solidFill>
              <a:schemeClr val="dk1"/>
            </a:solidFill>
            <a:prstDash val="solid"/>
            <a:round/>
            <a:headEnd len="sm" w="sm" type="none"/>
            <a:tailEnd len="sm" w="sm" type="none"/>
          </a:ln>
        </p:spPr>
        <p:txBody>
          <a:bodyPr anchorCtr="0" anchor="ctr" bIns="60625" lIns="60625" spcFirstLastPara="1" rIns="60625" wrap="square" tIns="60625">
            <a:noAutofit/>
          </a:bodyPr>
          <a:lstStyle/>
          <a:p>
            <a:pPr indent="0" lvl="0" marL="0" rtl="0" algn="ctr">
              <a:spcBef>
                <a:spcPts val="0"/>
              </a:spcBef>
              <a:spcAft>
                <a:spcPts val="0"/>
              </a:spcAft>
              <a:buNone/>
            </a:pPr>
            <a:r>
              <a:t/>
            </a:r>
            <a:endParaRPr sz="929">
              <a:latin typeface="DM Sans"/>
              <a:ea typeface="DM Sans"/>
              <a:cs typeface="DM Sans"/>
              <a:sym typeface="DM Sans"/>
            </a:endParaRPr>
          </a:p>
        </p:txBody>
      </p:sp>
      <p:sp>
        <p:nvSpPr>
          <p:cNvPr id="774" name="Google Shape;774;p88"/>
          <p:cNvSpPr txBox="1"/>
          <p:nvPr/>
        </p:nvSpPr>
        <p:spPr>
          <a:xfrm>
            <a:off x="4881835" y="4176938"/>
            <a:ext cx="1254600" cy="332700"/>
          </a:xfrm>
          <a:prstGeom prst="rect">
            <a:avLst/>
          </a:prstGeom>
          <a:noFill/>
          <a:ln>
            <a:noFill/>
          </a:ln>
        </p:spPr>
        <p:txBody>
          <a:bodyPr anchorCtr="0" anchor="t" bIns="76025" lIns="76025" spcFirstLastPara="1" rIns="76025" wrap="square" tIns="76025">
            <a:spAutoFit/>
          </a:bodyPr>
          <a:lstStyle/>
          <a:p>
            <a:pPr indent="0" lvl="0" marL="0" rtl="0" algn="l">
              <a:spcBef>
                <a:spcPts val="0"/>
              </a:spcBef>
              <a:spcAft>
                <a:spcPts val="0"/>
              </a:spcAft>
              <a:buNone/>
            </a:pPr>
            <a:r>
              <a:rPr lang="en" sz="1164" u="sng">
                <a:solidFill>
                  <a:schemeClr val="dk1"/>
                </a:solidFill>
                <a:latin typeface="Newsreader"/>
                <a:ea typeface="Newsreader"/>
                <a:cs typeface="Newsreader"/>
                <a:sym typeface="Newsreader"/>
              </a:rPr>
              <a:t>Genome Label</a:t>
            </a:r>
            <a:endParaRPr sz="1164" u="sng">
              <a:solidFill>
                <a:schemeClr val="dk1"/>
              </a:solidFill>
              <a:latin typeface="Newsreader"/>
              <a:ea typeface="Newsreader"/>
              <a:cs typeface="Newsreader"/>
              <a:sym typeface="Newsreader"/>
            </a:endParaRPr>
          </a:p>
        </p:txBody>
      </p:sp>
      <p:sp>
        <p:nvSpPr>
          <p:cNvPr id="775" name="Google Shape;775;p88"/>
          <p:cNvSpPr txBox="1"/>
          <p:nvPr/>
        </p:nvSpPr>
        <p:spPr>
          <a:xfrm>
            <a:off x="6375998" y="4176938"/>
            <a:ext cx="1007400" cy="332700"/>
          </a:xfrm>
          <a:prstGeom prst="rect">
            <a:avLst/>
          </a:prstGeom>
          <a:noFill/>
          <a:ln>
            <a:noFill/>
          </a:ln>
        </p:spPr>
        <p:txBody>
          <a:bodyPr anchorCtr="0" anchor="t" bIns="76025" lIns="76025" spcFirstLastPara="1" rIns="76025" wrap="square" tIns="76025">
            <a:spAutoFit/>
          </a:bodyPr>
          <a:lstStyle/>
          <a:p>
            <a:pPr indent="0" lvl="0" marL="0" rtl="0" algn="l">
              <a:spcBef>
                <a:spcPts val="0"/>
              </a:spcBef>
              <a:spcAft>
                <a:spcPts val="0"/>
              </a:spcAft>
              <a:buNone/>
            </a:pPr>
            <a:r>
              <a:rPr lang="en" sz="1164" u="sng">
                <a:solidFill>
                  <a:schemeClr val="dk1"/>
                </a:solidFill>
                <a:latin typeface="Newsreader"/>
                <a:ea typeface="Newsreader"/>
                <a:cs typeface="Newsreader"/>
                <a:sym typeface="Newsreader"/>
              </a:rPr>
              <a:t>Protein</a:t>
            </a:r>
            <a:r>
              <a:rPr lang="en" sz="1164" u="sng">
                <a:solidFill>
                  <a:schemeClr val="dk1"/>
                </a:solidFill>
                <a:latin typeface="Newsreader"/>
                <a:ea typeface="Newsreader"/>
                <a:cs typeface="Newsreader"/>
                <a:sym typeface="Newsreader"/>
              </a:rPr>
              <a:t> Label</a:t>
            </a:r>
            <a:endParaRPr sz="1164" u="sng">
              <a:solidFill>
                <a:schemeClr val="dk1"/>
              </a:solidFill>
              <a:latin typeface="Newsreader"/>
              <a:ea typeface="Newsreader"/>
              <a:cs typeface="Newsreader"/>
              <a:sym typeface="Newsreader"/>
            </a:endParaRPr>
          </a:p>
        </p:txBody>
      </p:sp>
      <p:sp>
        <p:nvSpPr>
          <p:cNvPr id="776" name="Google Shape;776;p88"/>
          <p:cNvSpPr/>
          <p:nvPr/>
        </p:nvSpPr>
        <p:spPr>
          <a:xfrm flipH="1">
            <a:off x="1783775" y="2335188"/>
            <a:ext cx="494400" cy="596100"/>
          </a:xfrm>
          <a:prstGeom prst="downArrow">
            <a:avLst>
              <a:gd fmla="val 47313" name="adj1"/>
              <a:gd fmla="val 62668" name="adj2"/>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777" name="Google Shape;777;p88"/>
          <p:cNvSpPr/>
          <p:nvPr/>
        </p:nvSpPr>
        <p:spPr>
          <a:xfrm flipH="1">
            <a:off x="1783775" y="3717075"/>
            <a:ext cx="494400" cy="596100"/>
          </a:xfrm>
          <a:prstGeom prst="downArrow">
            <a:avLst>
              <a:gd fmla="val 47313" name="adj1"/>
              <a:gd fmla="val 62668" name="adj2"/>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778" name="Google Shape;778;p88"/>
          <p:cNvCxnSpPr/>
          <p:nvPr/>
        </p:nvCxnSpPr>
        <p:spPr>
          <a:xfrm flipH="1" rot="10800000">
            <a:off x="4901913" y="2577117"/>
            <a:ext cx="5400" cy="1287900"/>
          </a:xfrm>
          <a:prstGeom prst="straightConnector1">
            <a:avLst/>
          </a:prstGeom>
          <a:noFill/>
          <a:ln cap="flat" cmpd="sng" w="4225">
            <a:solidFill>
              <a:schemeClr val="dk1"/>
            </a:solidFill>
            <a:prstDash val="solid"/>
            <a:round/>
            <a:headEnd len="med" w="med" type="none"/>
            <a:tailEnd len="med" w="med" type="triangle"/>
          </a:ln>
        </p:spPr>
      </p:cxnSp>
      <p:cxnSp>
        <p:nvCxnSpPr>
          <p:cNvPr id="779" name="Google Shape;779;p88"/>
          <p:cNvCxnSpPr/>
          <p:nvPr/>
        </p:nvCxnSpPr>
        <p:spPr>
          <a:xfrm flipH="1" rot="10800000">
            <a:off x="4901913" y="3850017"/>
            <a:ext cx="1480800" cy="15000"/>
          </a:xfrm>
          <a:prstGeom prst="straightConnector1">
            <a:avLst/>
          </a:prstGeom>
          <a:noFill/>
          <a:ln cap="flat" cmpd="sng" w="4225">
            <a:solidFill>
              <a:schemeClr val="dk1"/>
            </a:solidFill>
            <a:prstDash val="solid"/>
            <a:round/>
            <a:headEnd len="med" w="med" type="none"/>
            <a:tailEnd len="med" w="med" type="triangle"/>
          </a:ln>
        </p:spPr>
      </p:cxnSp>
      <p:sp>
        <p:nvSpPr>
          <p:cNvPr id="780" name="Google Shape;780;p88"/>
          <p:cNvSpPr/>
          <p:nvPr/>
        </p:nvSpPr>
        <p:spPr>
          <a:xfrm>
            <a:off x="5293486" y="3150423"/>
            <a:ext cx="61200" cy="61200"/>
          </a:xfrm>
          <a:prstGeom prst="ellipse">
            <a:avLst/>
          </a:prstGeom>
          <a:solidFill>
            <a:schemeClr val="accent1"/>
          </a:solidFill>
          <a:ln cap="flat" cmpd="sng" w="4225">
            <a:solidFill>
              <a:schemeClr val="dk2"/>
            </a:solidFill>
            <a:prstDash val="solid"/>
            <a:round/>
            <a:headEnd len="sm" w="sm" type="none"/>
            <a:tailEnd len="sm" w="sm" type="none"/>
          </a:ln>
        </p:spPr>
        <p:txBody>
          <a:bodyPr anchorCtr="0" anchor="ctr" bIns="40425" lIns="40425" spcFirstLastPara="1" rIns="40425" wrap="square" tIns="40425">
            <a:noAutofit/>
          </a:bodyPr>
          <a:lstStyle/>
          <a:p>
            <a:pPr indent="0" lvl="0" marL="0" rtl="0" algn="ctr">
              <a:spcBef>
                <a:spcPts val="0"/>
              </a:spcBef>
              <a:spcAft>
                <a:spcPts val="0"/>
              </a:spcAft>
              <a:buNone/>
            </a:pPr>
            <a:r>
              <a:t/>
            </a:r>
            <a:endParaRPr sz="619">
              <a:latin typeface="DM Sans"/>
              <a:ea typeface="DM Sans"/>
              <a:cs typeface="DM Sans"/>
              <a:sym typeface="DM Sans"/>
            </a:endParaRPr>
          </a:p>
        </p:txBody>
      </p:sp>
      <p:sp>
        <p:nvSpPr>
          <p:cNvPr id="781" name="Google Shape;781;p88"/>
          <p:cNvSpPr/>
          <p:nvPr/>
        </p:nvSpPr>
        <p:spPr>
          <a:xfrm>
            <a:off x="5643105" y="2990934"/>
            <a:ext cx="61200" cy="61200"/>
          </a:xfrm>
          <a:prstGeom prst="ellipse">
            <a:avLst/>
          </a:prstGeom>
          <a:solidFill>
            <a:schemeClr val="accent1"/>
          </a:solidFill>
          <a:ln cap="flat" cmpd="sng" w="4225">
            <a:solidFill>
              <a:schemeClr val="dk2"/>
            </a:solidFill>
            <a:prstDash val="solid"/>
            <a:round/>
            <a:headEnd len="sm" w="sm" type="none"/>
            <a:tailEnd len="sm" w="sm" type="none"/>
          </a:ln>
        </p:spPr>
        <p:txBody>
          <a:bodyPr anchorCtr="0" anchor="ctr" bIns="40425" lIns="40425" spcFirstLastPara="1" rIns="40425" wrap="square" tIns="40425">
            <a:noAutofit/>
          </a:bodyPr>
          <a:lstStyle/>
          <a:p>
            <a:pPr indent="0" lvl="0" marL="0" rtl="0" algn="ctr">
              <a:spcBef>
                <a:spcPts val="0"/>
              </a:spcBef>
              <a:spcAft>
                <a:spcPts val="0"/>
              </a:spcAft>
              <a:buNone/>
            </a:pPr>
            <a:r>
              <a:t/>
            </a:r>
            <a:endParaRPr sz="619">
              <a:latin typeface="DM Sans"/>
              <a:ea typeface="DM Sans"/>
              <a:cs typeface="DM Sans"/>
              <a:sym typeface="DM Sans"/>
            </a:endParaRPr>
          </a:p>
        </p:txBody>
      </p:sp>
      <p:sp>
        <p:nvSpPr>
          <p:cNvPr id="782" name="Google Shape;782;p88"/>
          <p:cNvSpPr/>
          <p:nvPr/>
        </p:nvSpPr>
        <p:spPr>
          <a:xfrm>
            <a:off x="5354393" y="2953381"/>
            <a:ext cx="61200" cy="61200"/>
          </a:xfrm>
          <a:prstGeom prst="ellipse">
            <a:avLst/>
          </a:prstGeom>
          <a:solidFill>
            <a:schemeClr val="accent1"/>
          </a:solidFill>
          <a:ln cap="flat" cmpd="sng" w="4225">
            <a:solidFill>
              <a:schemeClr val="dk2"/>
            </a:solidFill>
            <a:prstDash val="solid"/>
            <a:round/>
            <a:headEnd len="sm" w="sm" type="none"/>
            <a:tailEnd len="sm" w="sm" type="none"/>
          </a:ln>
        </p:spPr>
        <p:txBody>
          <a:bodyPr anchorCtr="0" anchor="ctr" bIns="40425" lIns="40425" spcFirstLastPara="1" rIns="40425" wrap="square" tIns="40425">
            <a:noAutofit/>
          </a:bodyPr>
          <a:lstStyle/>
          <a:p>
            <a:pPr indent="0" lvl="0" marL="0" rtl="0" algn="ctr">
              <a:spcBef>
                <a:spcPts val="0"/>
              </a:spcBef>
              <a:spcAft>
                <a:spcPts val="0"/>
              </a:spcAft>
              <a:buNone/>
            </a:pPr>
            <a:r>
              <a:t/>
            </a:r>
            <a:endParaRPr sz="619">
              <a:latin typeface="DM Sans"/>
              <a:ea typeface="DM Sans"/>
              <a:cs typeface="DM Sans"/>
              <a:sym typeface="DM Sans"/>
            </a:endParaRPr>
          </a:p>
        </p:txBody>
      </p:sp>
      <p:sp>
        <p:nvSpPr>
          <p:cNvPr id="783" name="Google Shape;783;p88"/>
          <p:cNvSpPr/>
          <p:nvPr/>
        </p:nvSpPr>
        <p:spPr>
          <a:xfrm>
            <a:off x="5491456" y="3075196"/>
            <a:ext cx="61200" cy="61200"/>
          </a:xfrm>
          <a:prstGeom prst="ellipse">
            <a:avLst/>
          </a:prstGeom>
          <a:solidFill>
            <a:schemeClr val="accent1"/>
          </a:solidFill>
          <a:ln cap="flat" cmpd="sng" w="4225">
            <a:solidFill>
              <a:schemeClr val="dk2"/>
            </a:solidFill>
            <a:prstDash val="solid"/>
            <a:round/>
            <a:headEnd len="sm" w="sm" type="none"/>
            <a:tailEnd len="sm" w="sm" type="none"/>
          </a:ln>
        </p:spPr>
        <p:txBody>
          <a:bodyPr anchorCtr="0" anchor="ctr" bIns="40425" lIns="40425" spcFirstLastPara="1" rIns="40425" wrap="square" tIns="40425">
            <a:noAutofit/>
          </a:bodyPr>
          <a:lstStyle/>
          <a:p>
            <a:pPr indent="0" lvl="0" marL="0" rtl="0" algn="ctr">
              <a:spcBef>
                <a:spcPts val="0"/>
              </a:spcBef>
              <a:spcAft>
                <a:spcPts val="0"/>
              </a:spcAft>
              <a:buNone/>
            </a:pPr>
            <a:r>
              <a:t/>
            </a:r>
            <a:endParaRPr sz="619">
              <a:latin typeface="DM Sans"/>
              <a:ea typeface="DM Sans"/>
              <a:cs typeface="DM Sans"/>
              <a:sym typeface="DM Sans"/>
            </a:endParaRPr>
          </a:p>
        </p:txBody>
      </p:sp>
      <p:sp>
        <p:nvSpPr>
          <p:cNvPr id="784" name="Google Shape;784;p88"/>
          <p:cNvSpPr/>
          <p:nvPr/>
        </p:nvSpPr>
        <p:spPr>
          <a:xfrm>
            <a:off x="5054512" y="3014288"/>
            <a:ext cx="61200" cy="61200"/>
          </a:xfrm>
          <a:prstGeom prst="ellipse">
            <a:avLst/>
          </a:prstGeom>
          <a:solidFill>
            <a:schemeClr val="accent1"/>
          </a:solidFill>
          <a:ln cap="flat" cmpd="sng" w="4225">
            <a:solidFill>
              <a:schemeClr val="dk2"/>
            </a:solidFill>
            <a:prstDash val="solid"/>
            <a:round/>
            <a:headEnd len="sm" w="sm" type="none"/>
            <a:tailEnd len="sm" w="sm" type="none"/>
          </a:ln>
        </p:spPr>
        <p:txBody>
          <a:bodyPr anchorCtr="0" anchor="ctr" bIns="40425" lIns="40425" spcFirstLastPara="1" rIns="40425" wrap="square" tIns="40425">
            <a:noAutofit/>
          </a:bodyPr>
          <a:lstStyle/>
          <a:p>
            <a:pPr indent="0" lvl="0" marL="0" rtl="0" algn="ctr">
              <a:spcBef>
                <a:spcPts val="0"/>
              </a:spcBef>
              <a:spcAft>
                <a:spcPts val="0"/>
              </a:spcAft>
              <a:buNone/>
            </a:pPr>
            <a:r>
              <a:t/>
            </a:r>
            <a:endParaRPr sz="619">
              <a:latin typeface="DM Sans"/>
              <a:ea typeface="DM Sans"/>
              <a:cs typeface="DM Sans"/>
              <a:sym typeface="DM Sans"/>
            </a:endParaRPr>
          </a:p>
        </p:txBody>
      </p:sp>
      <p:sp>
        <p:nvSpPr>
          <p:cNvPr id="785" name="Google Shape;785;p88"/>
          <p:cNvSpPr/>
          <p:nvPr/>
        </p:nvSpPr>
        <p:spPr>
          <a:xfrm>
            <a:off x="5078635" y="2892474"/>
            <a:ext cx="61200" cy="61200"/>
          </a:xfrm>
          <a:prstGeom prst="ellipse">
            <a:avLst/>
          </a:prstGeom>
          <a:solidFill>
            <a:schemeClr val="accent1"/>
          </a:solidFill>
          <a:ln cap="flat" cmpd="sng" w="4225">
            <a:solidFill>
              <a:schemeClr val="dk2"/>
            </a:solidFill>
            <a:prstDash val="solid"/>
            <a:round/>
            <a:headEnd len="sm" w="sm" type="none"/>
            <a:tailEnd len="sm" w="sm" type="none"/>
          </a:ln>
        </p:spPr>
        <p:txBody>
          <a:bodyPr anchorCtr="0" anchor="ctr" bIns="40425" lIns="40425" spcFirstLastPara="1" rIns="40425" wrap="square" tIns="40425">
            <a:noAutofit/>
          </a:bodyPr>
          <a:lstStyle/>
          <a:p>
            <a:pPr indent="0" lvl="0" marL="0" rtl="0" algn="ctr">
              <a:spcBef>
                <a:spcPts val="0"/>
              </a:spcBef>
              <a:spcAft>
                <a:spcPts val="0"/>
              </a:spcAft>
              <a:buNone/>
            </a:pPr>
            <a:r>
              <a:t/>
            </a:r>
            <a:endParaRPr sz="619">
              <a:latin typeface="DM Sans"/>
              <a:ea typeface="DM Sans"/>
              <a:cs typeface="DM Sans"/>
              <a:sym typeface="DM Sans"/>
            </a:endParaRPr>
          </a:p>
        </p:txBody>
      </p:sp>
      <p:sp>
        <p:nvSpPr>
          <p:cNvPr id="786" name="Google Shape;786;p88"/>
          <p:cNvSpPr/>
          <p:nvPr/>
        </p:nvSpPr>
        <p:spPr>
          <a:xfrm>
            <a:off x="5611767" y="2742771"/>
            <a:ext cx="61200" cy="61200"/>
          </a:xfrm>
          <a:prstGeom prst="ellipse">
            <a:avLst/>
          </a:prstGeom>
          <a:solidFill>
            <a:schemeClr val="accent1"/>
          </a:solidFill>
          <a:ln cap="flat" cmpd="sng" w="4225">
            <a:solidFill>
              <a:schemeClr val="dk2"/>
            </a:solidFill>
            <a:prstDash val="solid"/>
            <a:round/>
            <a:headEnd len="sm" w="sm" type="none"/>
            <a:tailEnd len="sm" w="sm" type="none"/>
          </a:ln>
        </p:spPr>
        <p:txBody>
          <a:bodyPr anchorCtr="0" anchor="ctr" bIns="40425" lIns="40425" spcFirstLastPara="1" rIns="40425" wrap="square" tIns="40425">
            <a:noAutofit/>
          </a:bodyPr>
          <a:lstStyle/>
          <a:p>
            <a:pPr indent="0" lvl="0" marL="0" rtl="0" algn="ctr">
              <a:spcBef>
                <a:spcPts val="0"/>
              </a:spcBef>
              <a:spcAft>
                <a:spcPts val="0"/>
              </a:spcAft>
              <a:buNone/>
            </a:pPr>
            <a:r>
              <a:t/>
            </a:r>
            <a:endParaRPr sz="619">
              <a:latin typeface="DM Sans"/>
              <a:ea typeface="DM Sans"/>
              <a:cs typeface="DM Sans"/>
              <a:sym typeface="DM Sans"/>
            </a:endParaRPr>
          </a:p>
        </p:txBody>
      </p:sp>
      <p:sp>
        <p:nvSpPr>
          <p:cNvPr id="787" name="Google Shape;787;p88"/>
          <p:cNvSpPr/>
          <p:nvPr/>
        </p:nvSpPr>
        <p:spPr>
          <a:xfrm>
            <a:off x="5100359" y="3403009"/>
            <a:ext cx="61200" cy="61200"/>
          </a:xfrm>
          <a:prstGeom prst="ellipse">
            <a:avLst/>
          </a:prstGeom>
          <a:solidFill>
            <a:schemeClr val="accent1"/>
          </a:solidFill>
          <a:ln cap="flat" cmpd="sng" w="4225">
            <a:solidFill>
              <a:schemeClr val="dk2"/>
            </a:solidFill>
            <a:prstDash val="solid"/>
            <a:round/>
            <a:headEnd len="sm" w="sm" type="none"/>
            <a:tailEnd len="sm" w="sm" type="none"/>
          </a:ln>
        </p:spPr>
        <p:txBody>
          <a:bodyPr anchorCtr="0" anchor="ctr" bIns="40425" lIns="40425" spcFirstLastPara="1" rIns="40425" wrap="square" tIns="40425">
            <a:noAutofit/>
          </a:bodyPr>
          <a:lstStyle/>
          <a:p>
            <a:pPr indent="0" lvl="0" marL="0" rtl="0" algn="ctr">
              <a:spcBef>
                <a:spcPts val="0"/>
              </a:spcBef>
              <a:spcAft>
                <a:spcPts val="0"/>
              </a:spcAft>
              <a:buNone/>
            </a:pPr>
            <a:r>
              <a:t/>
            </a:r>
            <a:endParaRPr sz="619">
              <a:latin typeface="DM Sans"/>
              <a:ea typeface="DM Sans"/>
              <a:cs typeface="DM Sans"/>
              <a:sym typeface="DM Sans"/>
            </a:endParaRPr>
          </a:p>
        </p:txBody>
      </p:sp>
      <p:sp>
        <p:nvSpPr>
          <p:cNvPr id="788" name="Google Shape;788;p88"/>
          <p:cNvSpPr/>
          <p:nvPr/>
        </p:nvSpPr>
        <p:spPr>
          <a:xfrm>
            <a:off x="5253987" y="2785875"/>
            <a:ext cx="61200" cy="61200"/>
          </a:xfrm>
          <a:prstGeom prst="ellipse">
            <a:avLst/>
          </a:prstGeom>
          <a:solidFill>
            <a:schemeClr val="accent1"/>
          </a:solidFill>
          <a:ln cap="flat" cmpd="sng" w="4225">
            <a:solidFill>
              <a:schemeClr val="dk2"/>
            </a:solidFill>
            <a:prstDash val="solid"/>
            <a:round/>
            <a:headEnd len="sm" w="sm" type="none"/>
            <a:tailEnd len="sm" w="sm" type="none"/>
          </a:ln>
        </p:spPr>
        <p:txBody>
          <a:bodyPr anchorCtr="0" anchor="ctr" bIns="40425" lIns="40425" spcFirstLastPara="1" rIns="40425" wrap="square" tIns="40425">
            <a:noAutofit/>
          </a:bodyPr>
          <a:lstStyle/>
          <a:p>
            <a:pPr indent="0" lvl="0" marL="0" rtl="0" algn="ctr">
              <a:spcBef>
                <a:spcPts val="0"/>
              </a:spcBef>
              <a:spcAft>
                <a:spcPts val="0"/>
              </a:spcAft>
              <a:buNone/>
            </a:pPr>
            <a:r>
              <a:t/>
            </a:r>
            <a:endParaRPr sz="619">
              <a:latin typeface="DM Sans"/>
              <a:ea typeface="DM Sans"/>
              <a:cs typeface="DM Sans"/>
              <a:sym typeface="DM Sans"/>
            </a:endParaRPr>
          </a:p>
        </p:txBody>
      </p:sp>
      <p:sp>
        <p:nvSpPr>
          <p:cNvPr id="789" name="Google Shape;789;p88"/>
          <p:cNvSpPr/>
          <p:nvPr/>
        </p:nvSpPr>
        <p:spPr>
          <a:xfrm>
            <a:off x="4963925" y="3211330"/>
            <a:ext cx="61200" cy="61200"/>
          </a:xfrm>
          <a:prstGeom prst="ellipse">
            <a:avLst/>
          </a:prstGeom>
          <a:solidFill>
            <a:schemeClr val="accent1"/>
          </a:solidFill>
          <a:ln cap="flat" cmpd="sng" w="4225">
            <a:solidFill>
              <a:schemeClr val="dk2"/>
            </a:solidFill>
            <a:prstDash val="solid"/>
            <a:round/>
            <a:headEnd len="sm" w="sm" type="none"/>
            <a:tailEnd len="sm" w="sm" type="none"/>
          </a:ln>
        </p:spPr>
        <p:txBody>
          <a:bodyPr anchorCtr="0" anchor="ctr" bIns="40425" lIns="40425" spcFirstLastPara="1" rIns="40425" wrap="square" tIns="40425">
            <a:noAutofit/>
          </a:bodyPr>
          <a:lstStyle/>
          <a:p>
            <a:pPr indent="0" lvl="0" marL="0" rtl="0" algn="ctr">
              <a:spcBef>
                <a:spcPts val="0"/>
              </a:spcBef>
              <a:spcAft>
                <a:spcPts val="0"/>
              </a:spcAft>
              <a:buNone/>
            </a:pPr>
            <a:r>
              <a:t/>
            </a:r>
            <a:endParaRPr sz="619">
              <a:latin typeface="DM Sans"/>
              <a:ea typeface="DM Sans"/>
              <a:cs typeface="DM Sans"/>
              <a:sym typeface="DM Sans"/>
            </a:endParaRPr>
          </a:p>
        </p:txBody>
      </p:sp>
      <p:sp>
        <p:nvSpPr>
          <p:cNvPr id="790" name="Google Shape;790;p88"/>
          <p:cNvSpPr/>
          <p:nvPr/>
        </p:nvSpPr>
        <p:spPr>
          <a:xfrm>
            <a:off x="5314894" y="3347465"/>
            <a:ext cx="61200" cy="61200"/>
          </a:xfrm>
          <a:prstGeom prst="ellipse">
            <a:avLst/>
          </a:prstGeom>
          <a:solidFill>
            <a:schemeClr val="accent1"/>
          </a:solidFill>
          <a:ln cap="flat" cmpd="sng" w="4225">
            <a:solidFill>
              <a:schemeClr val="dk2"/>
            </a:solidFill>
            <a:prstDash val="solid"/>
            <a:round/>
            <a:headEnd len="sm" w="sm" type="none"/>
            <a:tailEnd len="sm" w="sm" type="none"/>
          </a:ln>
        </p:spPr>
        <p:txBody>
          <a:bodyPr anchorCtr="0" anchor="ctr" bIns="40425" lIns="40425" spcFirstLastPara="1" rIns="40425" wrap="square" tIns="40425">
            <a:noAutofit/>
          </a:bodyPr>
          <a:lstStyle/>
          <a:p>
            <a:pPr indent="0" lvl="0" marL="0" rtl="0" algn="ctr">
              <a:spcBef>
                <a:spcPts val="0"/>
              </a:spcBef>
              <a:spcAft>
                <a:spcPts val="0"/>
              </a:spcAft>
              <a:buNone/>
            </a:pPr>
            <a:r>
              <a:t/>
            </a:r>
            <a:endParaRPr sz="619">
              <a:latin typeface="DM Sans"/>
              <a:ea typeface="DM Sans"/>
              <a:cs typeface="DM Sans"/>
              <a:sym typeface="DM Sans"/>
            </a:endParaRPr>
          </a:p>
        </p:txBody>
      </p:sp>
      <p:sp>
        <p:nvSpPr>
          <p:cNvPr id="791" name="Google Shape;791;p88"/>
          <p:cNvSpPr/>
          <p:nvPr/>
        </p:nvSpPr>
        <p:spPr>
          <a:xfrm>
            <a:off x="5054512" y="2732194"/>
            <a:ext cx="61200" cy="61200"/>
          </a:xfrm>
          <a:prstGeom prst="ellipse">
            <a:avLst/>
          </a:prstGeom>
          <a:solidFill>
            <a:schemeClr val="accent1"/>
          </a:solidFill>
          <a:ln cap="flat" cmpd="sng" w="4225">
            <a:solidFill>
              <a:schemeClr val="dk2"/>
            </a:solidFill>
            <a:prstDash val="solid"/>
            <a:round/>
            <a:headEnd len="sm" w="sm" type="none"/>
            <a:tailEnd len="sm" w="sm" type="none"/>
          </a:ln>
        </p:spPr>
        <p:txBody>
          <a:bodyPr anchorCtr="0" anchor="ctr" bIns="40425" lIns="40425" spcFirstLastPara="1" rIns="40425" wrap="square" tIns="40425">
            <a:noAutofit/>
          </a:bodyPr>
          <a:lstStyle/>
          <a:p>
            <a:pPr indent="0" lvl="0" marL="0" rtl="0" algn="ctr">
              <a:spcBef>
                <a:spcPts val="0"/>
              </a:spcBef>
              <a:spcAft>
                <a:spcPts val="0"/>
              </a:spcAft>
              <a:buNone/>
            </a:pPr>
            <a:r>
              <a:t/>
            </a:r>
            <a:endParaRPr sz="619">
              <a:latin typeface="DM Sans"/>
              <a:ea typeface="DM Sans"/>
              <a:cs typeface="DM Sans"/>
              <a:sym typeface="DM Sans"/>
            </a:endParaRPr>
          </a:p>
        </p:txBody>
      </p:sp>
      <p:sp>
        <p:nvSpPr>
          <p:cNvPr id="792" name="Google Shape;792;p88"/>
          <p:cNvSpPr/>
          <p:nvPr/>
        </p:nvSpPr>
        <p:spPr>
          <a:xfrm>
            <a:off x="5641269" y="3514059"/>
            <a:ext cx="87000" cy="70200"/>
          </a:xfrm>
          <a:prstGeom prst="triangle">
            <a:avLst>
              <a:gd fmla="val 50000" name="adj"/>
            </a:avLst>
          </a:prstGeom>
          <a:solidFill>
            <a:srgbClr val="E06666"/>
          </a:solidFill>
          <a:ln cap="flat" cmpd="sng" w="4225">
            <a:solidFill>
              <a:schemeClr val="dk2"/>
            </a:solidFill>
            <a:prstDash val="solid"/>
            <a:round/>
            <a:headEnd len="sm" w="sm" type="none"/>
            <a:tailEnd len="sm" w="sm" type="none"/>
          </a:ln>
        </p:spPr>
        <p:txBody>
          <a:bodyPr anchorCtr="0" anchor="ctr" bIns="40425" lIns="40425" spcFirstLastPara="1" rIns="40425" wrap="square" tIns="40425">
            <a:noAutofit/>
          </a:bodyPr>
          <a:lstStyle/>
          <a:p>
            <a:pPr indent="0" lvl="0" marL="0" rtl="0" algn="ctr">
              <a:spcBef>
                <a:spcPts val="0"/>
              </a:spcBef>
              <a:spcAft>
                <a:spcPts val="0"/>
              </a:spcAft>
              <a:buNone/>
            </a:pPr>
            <a:r>
              <a:t/>
            </a:r>
            <a:endParaRPr sz="619">
              <a:latin typeface="DM Sans"/>
              <a:ea typeface="DM Sans"/>
              <a:cs typeface="DM Sans"/>
              <a:sym typeface="DM Sans"/>
            </a:endParaRPr>
          </a:p>
        </p:txBody>
      </p:sp>
      <p:sp>
        <p:nvSpPr>
          <p:cNvPr id="793" name="Google Shape;793;p88"/>
          <p:cNvSpPr/>
          <p:nvPr/>
        </p:nvSpPr>
        <p:spPr>
          <a:xfrm>
            <a:off x="5341389" y="3653223"/>
            <a:ext cx="87000" cy="70200"/>
          </a:xfrm>
          <a:prstGeom prst="triangle">
            <a:avLst>
              <a:gd fmla="val 50000" name="adj"/>
            </a:avLst>
          </a:prstGeom>
          <a:solidFill>
            <a:srgbClr val="E06666"/>
          </a:solidFill>
          <a:ln cap="flat" cmpd="sng" w="4225">
            <a:solidFill>
              <a:schemeClr val="dk2"/>
            </a:solidFill>
            <a:prstDash val="solid"/>
            <a:round/>
            <a:headEnd len="sm" w="sm" type="none"/>
            <a:tailEnd len="sm" w="sm" type="none"/>
          </a:ln>
        </p:spPr>
        <p:txBody>
          <a:bodyPr anchorCtr="0" anchor="ctr" bIns="40425" lIns="40425" spcFirstLastPara="1" rIns="40425" wrap="square" tIns="40425">
            <a:noAutofit/>
          </a:bodyPr>
          <a:lstStyle/>
          <a:p>
            <a:pPr indent="0" lvl="0" marL="0" rtl="0" algn="ctr">
              <a:spcBef>
                <a:spcPts val="0"/>
              </a:spcBef>
              <a:spcAft>
                <a:spcPts val="0"/>
              </a:spcAft>
              <a:buNone/>
            </a:pPr>
            <a:r>
              <a:t/>
            </a:r>
            <a:endParaRPr sz="619">
              <a:latin typeface="DM Sans"/>
              <a:ea typeface="DM Sans"/>
              <a:cs typeface="DM Sans"/>
              <a:sym typeface="DM Sans"/>
            </a:endParaRPr>
          </a:p>
        </p:txBody>
      </p:sp>
      <p:sp>
        <p:nvSpPr>
          <p:cNvPr id="794" name="Google Shape;794;p88"/>
          <p:cNvSpPr/>
          <p:nvPr/>
        </p:nvSpPr>
        <p:spPr>
          <a:xfrm>
            <a:off x="5954154" y="2977913"/>
            <a:ext cx="87000" cy="70200"/>
          </a:xfrm>
          <a:prstGeom prst="triangle">
            <a:avLst>
              <a:gd fmla="val 50000" name="adj"/>
            </a:avLst>
          </a:prstGeom>
          <a:solidFill>
            <a:srgbClr val="E06666"/>
          </a:solidFill>
          <a:ln cap="flat" cmpd="sng" w="4225">
            <a:solidFill>
              <a:schemeClr val="dk2"/>
            </a:solidFill>
            <a:prstDash val="solid"/>
            <a:round/>
            <a:headEnd len="sm" w="sm" type="none"/>
            <a:tailEnd len="sm" w="sm" type="none"/>
          </a:ln>
        </p:spPr>
        <p:txBody>
          <a:bodyPr anchorCtr="0" anchor="ctr" bIns="40425" lIns="40425" spcFirstLastPara="1" rIns="40425" wrap="square" tIns="40425">
            <a:noAutofit/>
          </a:bodyPr>
          <a:lstStyle/>
          <a:p>
            <a:pPr indent="0" lvl="0" marL="0" rtl="0" algn="ctr">
              <a:spcBef>
                <a:spcPts val="0"/>
              </a:spcBef>
              <a:spcAft>
                <a:spcPts val="0"/>
              </a:spcAft>
              <a:buNone/>
            </a:pPr>
            <a:r>
              <a:t/>
            </a:r>
            <a:endParaRPr sz="619">
              <a:latin typeface="DM Sans"/>
              <a:ea typeface="DM Sans"/>
              <a:cs typeface="DM Sans"/>
              <a:sym typeface="DM Sans"/>
            </a:endParaRPr>
          </a:p>
        </p:txBody>
      </p:sp>
      <p:sp>
        <p:nvSpPr>
          <p:cNvPr id="795" name="Google Shape;795;p88"/>
          <p:cNvSpPr/>
          <p:nvPr/>
        </p:nvSpPr>
        <p:spPr>
          <a:xfrm>
            <a:off x="5934128" y="2704372"/>
            <a:ext cx="87000" cy="70200"/>
          </a:xfrm>
          <a:prstGeom prst="triangle">
            <a:avLst>
              <a:gd fmla="val 50000" name="adj"/>
            </a:avLst>
          </a:prstGeom>
          <a:solidFill>
            <a:srgbClr val="E06666"/>
          </a:solidFill>
          <a:ln cap="flat" cmpd="sng" w="4225">
            <a:solidFill>
              <a:schemeClr val="dk2"/>
            </a:solidFill>
            <a:prstDash val="solid"/>
            <a:round/>
            <a:headEnd len="sm" w="sm" type="none"/>
            <a:tailEnd len="sm" w="sm" type="none"/>
          </a:ln>
        </p:spPr>
        <p:txBody>
          <a:bodyPr anchorCtr="0" anchor="ctr" bIns="40425" lIns="40425" spcFirstLastPara="1" rIns="40425" wrap="square" tIns="40425">
            <a:noAutofit/>
          </a:bodyPr>
          <a:lstStyle/>
          <a:p>
            <a:pPr indent="0" lvl="0" marL="0" rtl="0" algn="ctr">
              <a:spcBef>
                <a:spcPts val="0"/>
              </a:spcBef>
              <a:spcAft>
                <a:spcPts val="0"/>
              </a:spcAft>
              <a:buNone/>
            </a:pPr>
            <a:r>
              <a:t/>
            </a:r>
            <a:endParaRPr sz="619">
              <a:latin typeface="DM Sans"/>
              <a:ea typeface="DM Sans"/>
              <a:cs typeface="DM Sans"/>
              <a:sym typeface="DM Sans"/>
            </a:endParaRPr>
          </a:p>
        </p:txBody>
      </p:sp>
      <p:sp>
        <p:nvSpPr>
          <p:cNvPr id="796" name="Google Shape;796;p88"/>
          <p:cNvSpPr/>
          <p:nvPr/>
        </p:nvSpPr>
        <p:spPr>
          <a:xfrm>
            <a:off x="6125254" y="2846788"/>
            <a:ext cx="87000" cy="70200"/>
          </a:xfrm>
          <a:prstGeom prst="triangle">
            <a:avLst>
              <a:gd fmla="val 50000" name="adj"/>
            </a:avLst>
          </a:prstGeom>
          <a:solidFill>
            <a:srgbClr val="E06666"/>
          </a:solidFill>
          <a:ln cap="flat" cmpd="sng" w="4225">
            <a:solidFill>
              <a:schemeClr val="dk2"/>
            </a:solidFill>
            <a:prstDash val="solid"/>
            <a:round/>
            <a:headEnd len="sm" w="sm" type="none"/>
            <a:tailEnd len="sm" w="sm" type="none"/>
          </a:ln>
        </p:spPr>
        <p:txBody>
          <a:bodyPr anchorCtr="0" anchor="ctr" bIns="40425" lIns="40425" spcFirstLastPara="1" rIns="40425" wrap="square" tIns="40425">
            <a:noAutofit/>
          </a:bodyPr>
          <a:lstStyle/>
          <a:p>
            <a:pPr indent="0" lvl="0" marL="0" rtl="0" algn="ctr">
              <a:spcBef>
                <a:spcPts val="0"/>
              </a:spcBef>
              <a:spcAft>
                <a:spcPts val="0"/>
              </a:spcAft>
              <a:buNone/>
            </a:pPr>
            <a:r>
              <a:t/>
            </a:r>
            <a:endParaRPr sz="619">
              <a:latin typeface="DM Sans"/>
              <a:ea typeface="DM Sans"/>
              <a:cs typeface="DM Sans"/>
              <a:sym typeface="DM Sans"/>
            </a:endParaRPr>
          </a:p>
        </p:txBody>
      </p:sp>
      <p:sp>
        <p:nvSpPr>
          <p:cNvPr id="797" name="Google Shape;797;p88"/>
          <p:cNvSpPr/>
          <p:nvPr/>
        </p:nvSpPr>
        <p:spPr>
          <a:xfrm>
            <a:off x="6016200" y="2790652"/>
            <a:ext cx="87000" cy="70200"/>
          </a:xfrm>
          <a:prstGeom prst="triangle">
            <a:avLst>
              <a:gd fmla="val 50000" name="adj"/>
            </a:avLst>
          </a:prstGeom>
          <a:solidFill>
            <a:srgbClr val="E06666"/>
          </a:solidFill>
          <a:ln cap="flat" cmpd="sng" w="4225">
            <a:solidFill>
              <a:schemeClr val="dk2"/>
            </a:solidFill>
            <a:prstDash val="solid"/>
            <a:round/>
            <a:headEnd len="sm" w="sm" type="none"/>
            <a:tailEnd len="sm" w="sm" type="none"/>
          </a:ln>
        </p:spPr>
        <p:txBody>
          <a:bodyPr anchorCtr="0" anchor="ctr" bIns="40425" lIns="40425" spcFirstLastPara="1" rIns="40425" wrap="square" tIns="40425">
            <a:noAutofit/>
          </a:bodyPr>
          <a:lstStyle/>
          <a:p>
            <a:pPr indent="0" lvl="0" marL="0" rtl="0" algn="ctr">
              <a:spcBef>
                <a:spcPts val="0"/>
              </a:spcBef>
              <a:spcAft>
                <a:spcPts val="0"/>
              </a:spcAft>
              <a:buNone/>
            </a:pPr>
            <a:r>
              <a:t/>
            </a:r>
            <a:endParaRPr sz="619">
              <a:latin typeface="DM Sans"/>
              <a:ea typeface="DM Sans"/>
              <a:cs typeface="DM Sans"/>
              <a:sym typeface="DM Sans"/>
            </a:endParaRPr>
          </a:p>
        </p:txBody>
      </p:sp>
      <p:sp>
        <p:nvSpPr>
          <p:cNvPr id="798" name="Google Shape;798;p88"/>
          <p:cNvSpPr/>
          <p:nvPr/>
        </p:nvSpPr>
        <p:spPr>
          <a:xfrm>
            <a:off x="5610816" y="3682107"/>
            <a:ext cx="87000" cy="70200"/>
          </a:xfrm>
          <a:prstGeom prst="triangle">
            <a:avLst>
              <a:gd fmla="val 50000" name="adj"/>
            </a:avLst>
          </a:prstGeom>
          <a:solidFill>
            <a:srgbClr val="E06666"/>
          </a:solidFill>
          <a:ln cap="flat" cmpd="sng" w="4225">
            <a:solidFill>
              <a:schemeClr val="dk2"/>
            </a:solidFill>
            <a:prstDash val="solid"/>
            <a:round/>
            <a:headEnd len="sm" w="sm" type="none"/>
            <a:tailEnd len="sm" w="sm" type="none"/>
          </a:ln>
        </p:spPr>
        <p:txBody>
          <a:bodyPr anchorCtr="0" anchor="ctr" bIns="40425" lIns="40425" spcFirstLastPara="1" rIns="40425" wrap="square" tIns="40425">
            <a:noAutofit/>
          </a:bodyPr>
          <a:lstStyle/>
          <a:p>
            <a:pPr indent="0" lvl="0" marL="0" rtl="0" algn="ctr">
              <a:spcBef>
                <a:spcPts val="0"/>
              </a:spcBef>
              <a:spcAft>
                <a:spcPts val="0"/>
              </a:spcAft>
              <a:buNone/>
            </a:pPr>
            <a:r>
              <a:t/>
            </a:r>
            <a:endParaRPr sz="619">
              <a:latin typeface="DM Sans"/>
              <a:ea typeface="DM Sans"/>
              <a:cs typeface="DM Sans"/>
              <a:sym typeface="DM Sans"/>
            </a:endParaRPr>
          </a:p>
        </p:txBody>
      </p:sp>
      <p:sp>
        <p:nvSpPr>
          <p:cNvPr id="799" name="Google Shape;799;p88"/>
          <p:cNvSpPr/>
          <p:nvPr/>
        </p:nvSpPr>
        <p:spPr>
          <a:xfrm>
            <a:off x="6041070" y="3611911"/>
            <a:ext cx="87000" cy="70200"/>
          </a:xfrm>
          <a:prstGeom prst="triangle">
            <a:avLst>
              <a:gd fmla="val 50000" name="adj"/>
            </a:avLst>
          </a:prstGeom>
          <a:solidFill>
            <a:srgbClr val="E06666"/>
          </a:solidFill>
          <a:ln cap="flat" cmpd="sng" w="4225">
            <a:solidFill>
              <a:schemeClr val="dk2"/>
            </a:solidFill>
            <a:prstDash val="solid"/>
            <a:round/>
            <a:headEnd len="sm" w="sm" type="none"/>
            <a:tailEnd len="sm" w="sm" type="none"/>
          </a:ln>
        </p:spPr>
        <p:txBody>
          <a:bodyPr anchorCtr="0" anchor="ctr" bIns="40425" lIns="40425" spcFirstLastPara="1" rIns="40425" wrap="square" tIns="40425">
            <a:noAutofit/>
          </a:bodyPr>
          <a:lstStyle/>
          <a:p>
            <a:pPr indent="0" lvl="0" marL="0" rtl="0" algn="ctr">
              <a:spcBef>
                <a:spcPts val="0"/>
              </a:spcBef>
              <a:spcAft>
                <a:spcPts val="0"/>
              </a:spcAft>
              <a:buNone/>
            </a:pPr>
            <a:r>
              <a:t/>
            </a:r>
            <a:endParaRPr sz="619">
              <a:latin typeface="DM Sans"/>
              <a:ea typeface="DM Sans"/>
              <a:cs typeface="DM Sans"/>
              <a:sym typeface="DM Sans"/>
            </a:endParaRPr>
          </a:p>
        </p:txBody>
      </p:sp>
      <p:sp>
        <p:nvSpPr>
          <p:cNvPr id="800" name="Google Shape;800;p88"/>
          <p:cNvSpPr/>
          <p:nvPr/>
        </p:nvSpPr>
        <p:spPr>
          <a:xfrm>
            <a:off x="6071390" y="3442182"/>
            <a:ext cx="87000" cy="70200"/>
          </a:xfrm>
          <a:prstGeom prst="triangle">
            <a:avLst>
              <a:gd fmla="val 50000" name="adj"/>
            </a:avLst>
          </a:prstGeom>
          <a:solidFill>
            <a:srgbClr val="E06666"/>
          </a:solidFill>
          <a:ln cap="flat" cmpd="sng" w="4225">
            <a:solidFill>
              <a:schemeClr val="dk2"/>
            </a:solidFill>
            <a:prstDash val="solid"/>
            <a:round/>
            <a:headEnd len="sm" w="sm" type="none"/>
            <a:tailEnd len="sm" w="sm" type="none"/>
          </a:ln>
        </p:spPr>
        <p:txBody>
          <a:bodyPr anchorCtr="0" anchor="ctr" bIns="40425" lIns="40425" spcFirstLastPara="1" rIns="40425" wrap="square" tIns="40425">
            <a:noAutofit/>
          </a:bodyPr>
          <a:lstStyle/>
          <a:p>
            <a:pPr indent="0" lvl="0" marL="0" rtl="0" algn="ctr">
              <a:spcBef>
                <a:spcPts val="0"/>
              </a:spcBef>
              <a:spcAft>
                <a:spcPts val="0"/>
              </a:spcAft>
              <a:buNone/>
            </a:pPr>
            <a:r>
              <a:t/>
            </a:r>
            <a:endParaRPr sz="619">
              <a:latin typeface="DM Sans"/>
              <a:ea typeface="DM Sans"/>
              <a:cs typeface="DM Sans"/>
              <a:sym typeface="DM Sans"/>
            </a:endParaRPr>
          </a:p>
        </p:txBody>
      </p:sp>
      <p:sp>
        <p:nvSpPr>
          <p:cNvPr id="801" name="Google Shape;801;p88"/>
          <p:cNvSpPr/>
          <p:nvPr/>
        </p:nvSpPr>
        <p:spPr>
          <a:xfrm>
            <a:off x="5842369" y="3723419"/>
            <a:ext cx="87000" cy="70200"/>
          </a:xfrm>
          <a:prstGeom prst="triangle">
            <a:avLst>
              <a:gd fmla="val 50000" name="adj"/>
            </a:avLst>
          </a:prstGeom>
          <a:solidFill>
            <a:srgbClr val="E06666"/>
          </a:solidFill>
          <a:ln cap="flat" cmpd="sng" w="4225">
            <a:solidFill>
              <a:schemeClr val="dk2"/>
            </a:solidFill>
            <a:prstDash val="solid"/>
            <a:round/>
            <a:headEnd len="sm" w="sm" type="none"/>
            <a:tailEnd len="sm" w="sm" type="none"/>
          </a:ln>
        </p:spPr>
        <p:txBody>
          <a:bodyPr anchorCtr="0" anchor="ctr" bIns="40425" lIns="40425" spcFirstLastPara="1" rIns="40425" wrap="square" tIns="40425">
            <a:noAutofit/>
          </a:bodyPr>
          <a:lstStyle/>
          <a:p>
            <a:pPr indent="0" lvl="0" marL="0" rtl="0" algn="ctr">
              <a:spcBef>
                <a:spcPts val="0"/>
              </a:spcBef>
              <a:spcAft>
                <a:spcPts val="0"/>
              </a:spcAft>
              <a:buNone/>
            </a:pPr>
            <a:r>
              <a:t/>
            </a:r>
            <a:endParaRPr sz="619">
              <a:latin typeface="DM Sans"/>
              <a:ea typeface="DM Sans"/>
              <a:cs typeface="DM Sans"/>
              <a:sym typeface="DM Sans"/>
            </a:endParaRPr>
          </a:p>
        </p:txBody>
      </p:sp>
      <p:sp>
        <p:nvSpPr>
          <p:cNvPr id="802" name="Google Shape;802;p88"/>
          <p:cNvSpPr/>
          <p:nvPr/>
        </p:nvSpPr>
        <p:spPr>
          <a:xfrm>
            <a:off x="6212169" y="3723419"/>
            <a:ext cx="87000" cy="70200"/>
          </a:xfrm>
          <a:prstGeom prst="triangle">
            <a:avLst>
              <a:gd fmla="val 50000" name="adj"/>
            </a:avLst>
          </a:prstGeom>
          <a:solidFill>
            <a:srgbClr val="E06666"/>
          </a:solidFill>
          <a:ln cap="flat" cmpd="sng" w="4225">
            <a:solidFill>
              <a:schemeClr val="dk2"/>
            </a:solidFill>
            <a:prstDash val="solid"/>
            <a:round/>
            <a:headEnd len="sm" w="sm" type="none"/>
            <a:tailEnd len="sm" w="sm" type="none"/>
          </a:ln>
        </p:spPr>
        <p:txBody>
          <a:bodyPr anchorCtr="0" anchor="ctr" bIns="40425" lIns="40425" spcFirstLastPara="1" rIns="40425" wrap="square" tIns="40425">
            <a:noAutofit/>
          </a:bodyPr>
          <a:lstStyle/>
          <a:p>
            <a:pPr indent="0" lvl="0" marL="0" rtl="0" algn="ctr">
              <a:spcBef>
                <a:spcPts val="0"/>
              </a:spcBef>
              <a:spcAft>
                <a:spcPts val="0"/>
              </a:spcAft>
              <a:buNone/>
            </a:pPr>
            <a:r>
              <a:t/>
            </a:r>
            <a:endParaRPr sz="619">
              <a:latin typeface="DM Sans"/>
              <a:ea typeface="DM Sans"/>
              <a:cs typeface="DM Sans"/>
              <a:sym typeface="DM Sans"/>
            </a:endParaRPr>
          </a:p>
        </p:txBody>
      </p:sp>
      <p:sp>
        <p:nvSpPr>
          <p:cNvPr id="803" name="Google Shape;803;p88"/>
          <p:cNvSpPr/>
          <p:nvPr/>
        </p:nvSpPr>
        <p:spPr>
          <a:xfrm>
            <a:off x="6125254" y="3144485"/>
            <a:ext cx="87000" cy="70200"/>
          </a:xfrm>
          <a:prstGeom prst="triangle">
            <a:avLst>
              <a:gd fmla="val 50000" name="adj"/>
            </a:avLst>
          </a:prstGeom>
          <a:solidFill>
            <a:srgbClr val="E06666"/>
          </a:solidFill>
          <a:ln cap="flat" cmpd="sng" w="4225">
            <a:solidFill>
              <a:schemeClr val="dk2"/>
            </a:solidFill>
            <a:prstDash val="solid"/>
            <a:round/>
            <a:headEnd len="sm" w="sm" type="none"/>
            <a:tailEnd len="sm" w="sm" type="none"/>
          </a:ln>
        </p:spPr>
        <p:txBody>
          <a:bodyPr anchorCtr="0" anchor="ctr" bIns="40425" lIns="40425" spcFirstLastPara="1" rIns="40425" wrap="square" tIns="40425">
            <a:noAutofit/>
          </a:bodyPr>
          <a:lstStyle/>
          <a:p>
            <a:pPr indent="0" lvl="0" marL="0" rtl="0" algn="ctr">
              <a:spcBef>
                <a:spcPts val="0"/>
              </a:spcBef>
              <a:spcAft>
                <a:spcPts val="0"/>
              </a:spcAft>
              <a:buNone/>
            </a:pPr>
            <a:r>
              <a:t/>
            </a:r>
            <a:endParaRPr sz="619">
              <a:latin typeface="DM Sans"/>
              <a:ea typeface="DM Sans"/>
              <a:cs typeface="DM Sans"/>
              <a:sym typeface="DM Sans"/>
            </a:endParaRPr>
          </a:p>
        </p:txBody>
      </p:sp>
      <p:sp>
        <p:nvSpPr>
          <p:cNvPr id="804" name="Google Shape;804;p88"/>
          <p:cNvSpPr/>
          <p:nvPr/>
        </p:nvSpPr>
        <p:spPr>
          <a:xfrm>
            <a:off x="6190120" y="3285103"/>
            <a:ext cx="87000" cy="70200"/>
          </a:xfrm>
          <a:prstGeom prst="triangle">
            <a:avLst>
              <a:gd fmla="val 50000" name="adj"/>
            </a:avLst>
          </a:prstGeom>
          <a:solidFill>
            <a:srgbClr val="E06666"/>
          </a:solidFill>
          <a:ln cap="flat" cmpd="sng" w="4225">
            <a:solidFill>
              <a:schemeClr val="dk2"/>
            </a:solidFill>
            <a:prstDash val="solid"/>
            <a:round/>
            <a:headEnd len="sm" w="sm" type="none"/>
            <a:tailEnd len="sm" w="sm" type="none"/>
          </a:ln>
        </p:spPr>
        <p:txBody>
          <a:bodyPr anchorCtr="0" anchor="ctr" bIns="40425" lIns="40425" spcFirstLastPara="1" rIns="40425" wrap="square" tIns="40425">
            <a:noAutofit/>
          </a:bodyPr>
          <a:lstStyle/>
          <a:p>
            <a:pPr indent="0" lvl="0" marL="0" rtl="0" algn="ctr">
              <a:spcBef>
                <a:spcPts val="0"/>
              </a:spcBef>
              <a:spcAft>
                <a:spcPts val="0"/>
              </a:spcAft>
              <a:buNone/>
            </a:pPr>
            <a:r>
              <a:t/>
            </a:r>
            <a:endParaRPr sz="619">
              <a:latin typeface="DM Sans"/>
              <a:ea typeface="DM Sans"/>
              <a:cs typeface="DM Sans"/>
              <a:sym typeface="DM Sans"/>
            </a:endParaRPr>
          </a:p>
        </p:txBody>
      </p:sp>
      <p:sp>
        <p:nvSpPr>
          <p:cNvPr id="805" name="Google Shape;805;p88"/>
          <p:cNvSpPr/>
          <p:nvPr/>
        </p:nvSpPr>
        <p:spPr>
          <a:xfrm>
            <a:off x="5230787" y="3544512"/>
            <a:ext cx="87000" cy="70200"/>
          </a:xfrm>
          <a:prstGeom prst="triangle">
            <a:avLst>
              <a:gd fmla="val 50000" name="adj"/>
            </a:avLst>
          </a:prstGeom>
          <a:solidFill>
            <a:srgbClr val="E06666"/>
          </a:solidFill>
          <a:ln cap="flat" cmpd="sng" w="4225">
            <a:solidFill>
              <a:schemeClr val="dk2"/>
            </a:solidFill>
            <a:prstDash val="solid"/>
            <a:round/>
            <a:headEnd len="sm" w="sm" type="none"/>
            <a:tailEnd len="sm" w="sm" type="none"/>
          </a:ln>
        </p:spPr>
        <p:txBody>
          <a:bodyPr anchorCtr="0" anchor="ctr" bIns="40425" lIns="40425" spcFirstLastPara="1" rIns="40425" wrap="square" tIns="40425">
            <a:noAutofit/>
          </a:bodyPr>
          <a:lstStyle/>
          <a:p>
            <a:pPr indent="0" lvl="0" marL="0" rtl="0" algn="ctr">
              <a:spcBef>
                <a:spcPts val="0"/>
              </a:spcBef>
              <a:spcAft>
                <a:spcPts val="0"/>
              </a:spcAft>
              <a:buNone/>
            </a:pPr>
            <a:r>
              <a:t/>
            </a:r>
            <a:endParaRPr sz="619">
              <a:latin typeface="DM Sans"/>
              <a:ea typeface="DM Sans"/>
              <a:cs typeface="DM Sans"/>
              <a:sym typeface="DM Sans"/>
            </a:endParaRPr>
          </a:p>
        </p:txBody>
      </p:sp>
      <p:sp>
        <p:nvSpPr>
          <p:cNvPr id="806" name="Google Shape;806;p88"/>
          <p:cNvSpPr/>
          <p:nvPr/>
        </p:nvSpPr>
        <p:spPr>
          <a:xfrm>
            <a:off x="5817091" y="2846788"/>
            <a:ext cx="87000" cy="70200"/>
          </a:xfrm>
          <a:prstGeom prst="triangle">
            <a:avLst>
              <a:gd fmla="val 50000" name="adj"/>
            </a:avLst>
          </a:prstGeom>
          <a:solidFill>
            <a:srgbClr val="E06666"/>
          </a:solidFill>
          <a:ln cap="flat" cmpd="sng" w="4225">
            <a:solidFill>
              <a:schemeClr val="dk2"/>
            </a:solidFill>
            <a:prstDash val="solid"/>
            <a:round/>
            <a:headEnd len="sm" w="sm" type="none"/>
            <a:tailEnd len="sm" w="sm" type="none"/>
          </a:ln>
        </p:spPr>
        <p:txBody>
          <a:bodyPr anchorCtr="0" anchor="ctr" bIns="40425" lIns="40425" spcFirstLastPara="1" rIns="40425" wrap="square" tIns="40425">
            <a:noAutofit/>
          </a:bodyPr>
          <a:lstStyle/>
          <a:p>
            <a:pPr indent="0" lvl="0" marL="0" rtl="0" algn="ctr">
              <a:spcBef>
                <a:spcPts val="0"/>
              </a:spcBef>
              <a:spcAft>
                <a:spcPts val="0"/>
              </a:spcAft>
              <a:buNone/>
            </a:pPr>
            <a:r>
              <a:t/>
            </a:r>
            <a:endParaRPr sz="619">
              <a:latin typeface="DM Sans"/>
              <a:ea typeface="DM Sans"/>
              <a:cs typeface="DM Sans"/>
              <a:sym typeface="DM Sans"/>
            </a:endParaRPr>
          </a:p>
        </p:txBody>
      </p:sp>
      <p:sp>
        <p:nvSpPr>
          <p:cNvPr id="807" name="Google Shape;807;p88"/>
          <p:cNvSpPr/>
          <p:nvPr/>
        </p:nvSpPr>
        <p:spPr>
          <a:xfrm>
            <a:off x="6190120" y="2995639"/>
            <a:ext cx="87000" cy="70200"/>
          </a:xfrm>
          <a:prstGeom prst="triangle">
            <a:avLst>
              <a:gd fmla="val 50000" name="adj"/>
            </a:avLst>
          </a:prstGeom>
          <a:solidFill>
            <a:srgbClr val="E06666"/>
          </a:solidFill>
          <a:ln cap="flat" cmpd="sng" w="4225">
            <a:solidFill>
              <a:schemeClr val="dk2"/>
            </a:solidFill>
            <a:prstDash val="solid"/>
            <a:round/>
            <a:headEnd len="sm" w="sm" type="none"/>
            <a:tailEnd len="sm" w="sm" type="none"/>
          </a:ln>
        </p:spPr>
        <p:txBody>
          <a:bodyPr anchorCtr="0" anchor="ctr" bIns="40425" lIns="40425" spcFirstLastPara="1" rIns="40425" wrap="square" tIns="40425">
            <a:noAutofit/>
          </a:bodyPr>
          <a:lstStyle/>
          <a:p>
            <a:pPr indent="0" lvl="0" marL="0" rtl="0" algn="ctr">
              <a:spcBef>
                <a:spcPts val="0"/>
              </a:spcBef>
              <a:spcAft>
                <a:spcPts val="0"/>
              </a:spcAft>
              <a:buNone/>
            </a:pPr>
            <a:r>
              <a:t/>
            </a:r>
            <a:endParaRPr sz="619">
              <a:latin typeface="DM Sans"/>
              <a:ea typeface="DM Sans"/>
              <a:cs typeface="DM Sans"/>
              <a:sym typeface="DM Sans"/>
            </a:endParaRPr>
          </a:p>
        </p:txBody>
      </p:sp>
      <p:sp>
        <p:nvSpPr>
          <p:cNvPr id="808" name="Google Shape;808;p88"/>
          <p:cNvSpPr/>
          <p:nvPr/>
        </p:nvSpPr>
        <p:spPr>
          <a:xfrm>
            <a:off x="5929285" y="3277263"/>
            <a:ext cx="87000" cy="70200"/>
          </a:xfrm>
          <a:prstGeom prst="triangle">
            <a:avLst>
              <a:gd fmla="val 50000" name="adj"/>
            </a:avLst>
          </a:prstGeom>
          <a:solidFill>
            <a:srgbClr val="E06666"/>
          </a:solidFill>
          <a:ln cap="flat" cmpd="sng" w="4225">
            <a:solidFill>
              <a:schemeClr val="dk2"/>
            </a:solidFill>
            <a:prstDash val="solid"/>
            <a:round/>
            <a:headEnd len="sm" w="sm" type="none"/>
            <a:tailEnd len="sm" w="sm" type="none"/>
          </a:ln>
        </p:spPr>
        <p:txBody>
          <a:bodyPr anchorCtr="0" anchor="ctr" bIns="40425" lIns="40425" spcFirstLastPara="1" rIns="40425" wrap="square" tIns="40425">
            <a:noAutofit/>
          </a:bodyPr>
          <a:lstStyle/>
          <a:p>
            <a:pPr indent="0" lvl="0" marL="0" rtl="0" algn="ctr">
              <a:spcBef>
                <a:spcPts val="0"/>
              </a:spcBef>
              <a:spcAft>
                <a:spcPts val="0"/>
              </a:spcAft>
              <a:buNone/>
            </a:pPr>
            <a:r>
              <a:t/>
            </a:r>
            <a:endParaRPr sz="619">
              <a:latin typeface="DM Sans"/>
              <a:ea typeface="DM Sans"/>
              <a:cs typeface="DM Sans"/>
              <a:sym typeface="DM Sans"/>
            </a:endParaRPr>
          </a:p>
        </p:txBody>
      </p:sp>
      <p:sp>
        <p:nvSpPr>
          <p:cNvPr id="809" name="Google Shape;809;p88"/>
          <p:cNvSpPr/>
          <p:nvPr/>
        </p:nvSpPr>
        <p:spPr>
          <a:xfrm>
            <a:off x="5721539" y="3365550"/>
            <a:ext cx="87000" cy="70200"/>
          </a:xfrm>
          <a:prstGeom prst="triangle">
            <a:avLst>
              <a:gd fmla="val 50000" name="adj"/>
            </a:avLst>
          </a:prstGeom>
          <a:solidFill>
            <a:srgbClr val="E06666"/>
          </a:solidFill>
          <a:ln cap="flat" cmpd="sng" w="4225">
            <a:solidFill>
              <a:schemeClr val="dk2"/>
            </a:solidFill>
            <a:prstDash val="solid"/>
            <a:round/>
            <a:headEnd len="sm" w="sm" type="none"/>
            <a:tailEnd len="sm" w="sm" type="none"/>
          </a:ln>
        </p:spPr>
        <p:txBody>
          <a:bodyPr anchorCtr="0" anchor="ctr" bIns="40425" lIns="40425" spcFirstLastPara="1" rIns="40425" wrap="square" tIns="40425">
            <a:noAutofit/>
          </a:bodyPr>
          <a:lstStyle/>
          <a:p>
            <a:pPr indent="0" lvl="0" marL="0" rtl="0" algn="ctr">
              <a:spcBef>
                <a:spcPts val="0"/>
              </a:spcBef>
              <a:spcAft>
                <a:spcPts val="0"/>
              </a:spcAft>
              <a:buNone/>
            </a:pPr>
            <a:r>
              <a:t/>
            </a:r>
            <a:endParaRPr sz="619">
              <a:latin typeface="DM Sans"/>
              <a:ea typeface="DM Sans"/>
              <a:cs typeface="DM Sans"/>
              <a:sym typeface="DM Sans"/>
            </a:endParaRPr>
          </a:p>
        </p:txBody>
      </p:sp>
      <p:sp>
        <p:nvSpPr>
          <p:cNvPr id="810" name="Google Shape;810;p88"/>
          <p:cNvSpPr/>
          <p:nvPr/>
        </p:nvSpPr>
        <p:spPr>
          <a:xfrm>
            <a:off x="5523856" y="3289759"/>
            <a:ext cx="87000" cy="70200"/>
          </a:xfrm>
          <a:prstGeom prst="triangle">
            <a:avLst>
              <a:gd fmla="val 50000" name="adj"/>
            </a:avLst>
          </a:prstGeom>
          <a:solidFill>
            <a:srgbClr val="E06666"/>
          </a:solidFill>
          <a:ln cap="flat" cmpd="sng" w="4225">
            <a:solidFill>
              <a:schemeClr val="dk2"/>
            </a:solidFill>
            <a:prstDash val="solid"/>
            <a:round/>
            <a:headEnd len="sm" w="sm" type="none"/>
            <a:tailEnd len="sm" w="sm" type="none"/>
          </a:ln>
        </p:spPr>
        <p:txBody>
          <a:bodyPr anchorCtr="0" anchor="ctr" bIns="40425" lIns="40425" spcFirstLastPara="1" rIns="40425" wrap="square" tIns="40425">
            <a:noAutofit/>
          </a:bodyPr>
          <a:lstStyle/>
          <a:p>
            <a:pPr indent="0" lvl="0" marL="0" rtl="0" algn="ctr">
              <a:spcBef>
                <a:spcPts val="0"/>
              </a:spcBef>
              <a:spcAft>
                <a:spcPts val="0"/>
              </a:spcAft>
              <a:buNone/>
            </a:pPr>
            <a:r>
              <a:t/>
            </a:r>
            <a:endParaRPr sz="619">
              <a:latin typeface="DM Sans"/>
              <a:ea typeface="DM Sans"/>
              <a:cs typeface="DM Sans"/>
              <a:sym typeface="DM Sans"/>
            </a:endParaRPr>
          </a:p>
        </p:txBody>
      </p:sp>
      <p:sp>
        <p:nvSpPr>
          <p:cNvPr id="811" name="Google Shape;811;p88"/>
          <p:cNvSpPr/>
          <p:nvPr/>
        </p:nvSpPr>
        <p:spPr>
          <a:xfrm>
            <a:off x="5817091" y="3048109"/>
            <a:ext cx="87000" cy="70200"/>
          </a:xfrm>
          <a:prstGeom prst="triangle">
            <a:avLst>
              <a:gd fmla="val 50000" name="adj"/>
            </a:avLst>
          </a:prstGeom>
          <a:solidFill>
            <a:srgbClr val="E06666"/>
          </a:solidFill>
          <a:ln cap="flat" cmpd="sng" w="4225">
            <a:solidFill>
              <a:schemeClr val="dk2"/>
            </a:solidFill>
            <a:prstDash val="solid"/>
            <a:round/>
            <a:headEnd len="sm" w="sm" type="none"/>
            <a:tailEnd len="sm" w="sm" type="none"/>
          </a:ln>
        </p:spPr>
        <p:txBody>
          <a:bodyPr anchorCtr="0" anchor="ctr" bIns="40425" lIns="40425" spcFirstLastPara="1" rIns="40425" wrap="square" tIns="40425">
            <a:noAutofit/>
          </a:bodyPr>
          <a:lstStyle/>
          <a:p>
            <a:pPr indent="0" lvl="0" marL="0" rtl="0" algn="ctr">
              <a:spcBef>
                <a:spcPts val="0"/>
              </a:spcBef>
              <a:spcAft>
                <a:spcPts val="0"/>
              </a:spcAft>
              <a:buNone/>
            </a:pPr>
            <a:r>
              <a:t/>
            </a:r>
            <a:endParaRPr sz="619">
              <a:latin typeface="DM Sans"/>
              <a:ea typeface="DM Sans"/>
              <a:cs typeface="DM Sans"/>
              <a:sym typeface="DM Sans"/>
            </a:endParaRPr>
          </a:p>
        </p:txBody>
      </p:sp>
      <p:sp>
        <p:nvSpPr>
          <p:cNvPr id="812" name="Google Shape;812;p88"/>
          <p:cNvSpPr/>
          <p:nvPr/>
        </p:nvSpPr>
        <p:spPr>
          <a:xfrm>
            <a:off x="5582286" y="3110294"/>
            <a:ext cx="61200" cy="61200"/>
          </a:xfrm>
          <a:prstGeom prst="ellipse">
            <a:avLst/>
          </a:prstGeom>
          <a:solidFill>
            <a:schemeClr val="accent1"/>
          </a:solidFill>
          <a:ln cap="flat" cmpd="sng" w="4225">
            <a:solidFill>
              <a:schemeClr val="dk2"/>
            </a:solidFill>
            <a:prstDash val="solid"/>
            <a:round/>
            <a:headEnd len="sm" w="sm" type="none"/>
            <a:tailEnd len="sm" w="sm" type="none"/>
          </a:ln>
        </p:spPr>
        <p:txBody>
          <a:bodyPr anchorCtr="0" anchor="ctr" bIns="40425" lIns="40425" spcFirstLastPara="1" rIns="40425" wrap="square" tIns="40425">
            <a:noAutofit/>
          </a:bodyPr>
          <a:lstStyle/>
          <a:p>
            <a:pPr indent="0" lvl="0" marL="0" rtl="0" algn="ctr">
              <a:spcBef>
                <a:spcPts val="0"/>
              </a:spcBef>
              <a:spcAft>
                <a:spcPts val="0"/>
              </a:spcAft>
              <a:buNone/>
            </a:pPr>
            <a:r>
              <a:t/>
            </a:r>
            <a:endParaRPr sz="619">
              <a:latin typeface="DM Sans"/>
              <a:ea typeface="DM Sans"/>
              <a:cs typeface="DM Sans"/>
              <a:sym typeface="DM Sans"/>
            </a:endParaRPr>
          </a:p>
        </p:txBody>
      </p:sp>
      <p:cxnSp>
        <p:nvCxnSpPr>
          <p:cNvPr id="813" name="Google Shape;813;p88"/>
          <p:cNvCxnSpPr/>
          <p:nvPr/>
        </p:nvCxnSpPr>
        <p:spPr>
          <a:xfrm flipH="1" rot="10800000">
            <a:off x="4943247" y="2546317"/>
            <a:ext cx="1185900" cy="1390200"/>
          </a:xfrm>
          <a:prstGeom prst="straightConnector1">
            <a:avLst/>
          </a:prstGeom>
          <a:noFill/>
          <a:ln cap="flat" cmpd="sng" w="4225">
            <a:solidFill>
              <a:schemeClr val="dk1"/>
            </a:solidFill>
            <a:prstDash val="dash"/>
            <a:round/>
            <a:headEnd len="med" w="med" type="none"/>
            <a:tailEnd len="med" w="med" type="none"/>
          </a:ln>
        </p:spPr>
      </p:cxnSp>
      <p:sp>
        <p:nvSpPr>
          <p:cNvPr id="814" name="Google Shape;814;p88"/>
          <p:cNvSpPr txBox="1"/>
          <p:nvPr/>
        </p:nvSpPr>
        <p:spPr>
          <a:xfrm>
            <a:off x="4747013" y="1508788"/>
            <a:ext cx="21207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1"/>
                </a:solidFill>
                <a:latin typeface="DM Sans"/>
                <a:ea typeface="DM Sans"/>
                <a:cs typeface="DM Sans"/>
                <a:sym typeface="DM Sans"/>
              </a:rPr>
              <a:t>MVRDLAAALEEARLWAAKEGADEILW</a:t>
            </a:r>
            <a:endParaRPr sz="900">
              <a:solidFill>
                <a:schemeClr val="dk1"/>
              </a:solidFill>
              <a:latin typeface="DM Sans"/>
              <a:ea typeface="DM Sans"/>
              <a:cs typeface="DM Sans"/>
              <a:sym typeface="DM Sans"/>
            </a:endParaRPr>
          </a:p>
        </p:txBody>
      </p:sp>
      <p:sp>
        <p:nvSpPr>
          <p:cNvPr id="815" name="Google Shape;815;p88"/>
          <p:cNvSpPr txBox="1"/>
          <p:nvPr/>
        </p:nvSpPr>
        <p:spPr>
          <a:xfrm>
            <a:off x="4747013" y="1708038"/>
            <a:ext cx="21207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1"/>
                </a:solidFill>
                <a:latin typeface="DM Sans"/>
                <a:ea typeface="DM Sans"/>
                <a:cs typeface="DM Sans"/>
                <a:sym typeface="DM Sans"/>
              </a:rPr>
              <a:t>MVRDLAAALEEERLWAAKEAADEIAV</a:t>
            </a:r>
            <a:endParaRPr sz="900">
              <a:solidFill>
                <a:schemeClr val="dk1"/>
              </a:solidFill>
              <a:latin typeface="DM Sans"/>
              <a:ea typeface="DM Sans"/>
              <a:cs typeface="DM Sans"/>
              <a:sym typeface="DM Sans"/>
            </a:endParaRPr>
          </a:p>
        </p:txBody>
      </p:sp>
      <p:sp>
        <p:nvSpPr>
          <p:cNvPr id="816" name="Google Shape;816;p88"/>
          <p:cNvSpPr txBox="1"/>
          <p:nvPr/>
        </p:nvSpPr>
        <p:spPr>
          <a:xfrm>
            <a:off x="4747013" y="1926613"/>
            <a:ext cx="21207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1"/>
                </a:solidFill>
                <a:latin typeface="DM Sans"/>
                <a:ea typeface="DM Sans"/>
                <a:cs typeface="DM Sans"/>
                <a:sym typeface="DM Sans"/>
              </a:rPr>
              <a:t>AV</a:t>
            </a:r>
            <a:r>
              <a:rPr lang="en" sz="900">
                <a:solidFill>
                  <a:schemeClr val="dk1"/>
                </a:solidFill>
                <a:latin typeface="DM Sans"/>
                <a:ea typeface="DM Sans"/>
                <a:cs typeface="DM Sans"/>
                <a:sym typeface="DM Sans"/>
              </a:rPr>
              <a:t>RDLAAALEEARLWAAKEGADEIAV</a:t>
            </a:r>
            <a:endParaRPr sz="900">
              <a:solidFill>
                <a:schemeClr val="dk1"/>
              </a:solidFill>
              <a:latin typeface="DM Sans"/>
              <a:ea typeface="DM Sans"/>
              <a:cs typeface="DM Sans"/>
              <a:sym typeface="DM Sans"/>
            </a:endParaRPr>
          </a:p>
        </p:txBody>
      </p:sp>
      <p:sp>
        <p:nvSpPr>
          <p:cNvPr id="817" name="Google Shape;817;p88"/>
          <p:cNvSpPr/>
          <p:nvPr/>
        </p:nvSpPr>
        <p:spPr>
          <a:xfrm rot="10800000">
            <a:off x="6924188" y="1620988"/>
            <a:ext cx="146400" cy="498000"/>
          </a:xfrm>
          <a:prstGeom prst="leftBrace">
            <a:avLst>
              <a:gd fmla="val 53892" name="adj1"/>
              <a:gd fmla="val 50000" name="adj2"/>
            </a:avLst>
          </a:prstGeom>
          <a:noFill/>
          <a:ln cap="flat" cmpd="sng" w="6325">
            <a:solidFill>
              <a:schemeClr val="dk1"/>
            </a:solidFill>
            <a:prstDash val="solid"/>
            <a:round/>
            <a:headEnd len="sm" w="sm" type="none"/>
            <a:tailEnd len="sm" w="sm" type="none"/>
          </a:ln>
        </p:spPr>
        <p:txBody>
          <a:bodyPr anchorCtr="0" anchor="ctr" bIns="60625" lIns="60625" spcFirstLastPara="1" rIns="60625" wrap="square" tIns="60625">
            <a:noAutofit/>
          </a:bodyPr>
          <a:lstStyle/>
          <a:p>
            <a:pPr indent="0" lvl="0" marL="0" rtl="0" algn="ctr">
              <a:spcBef>
                <a:spcPts val="0"/>
              </a:spcBef>
              <a:spcAft>
                <a:spcPts val="0"/>
              </a:spcAft>
              <a:buNone/>
            </a:pPr>
            <a:r>
              <a:t/>
            </a:r>
            <a:endParaRPr sz="929">
              <a:latin typeface="DM Sans"/>
              <a:ea typeface="DM Sans"/>
              <a:cs typeface="DM Sans"/>
              <a:sym typeface="DM Sans"/>
            </a:endParaRPr>
          </a:p>
        </p:txBody>
      </p:sp>
      <p:sp>
        <p:nvSpPr>
          <p:cNvPr id="818" name="Google Shape;818;p88"/>
          <p:cNvSpPr txBox="1"/>
          <p:nvPr/>
        </p:nvSpPr>
        <p:spPr>
          <a:xfrm>
            <a:off x="7127088" y="1691938"/>
            <a:ext cx="21207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1"/>
                </a:solidFill>
                <a:latin typeface="DM Sans"/>
                <a:ea typeface="DM Sans"/>
                <a:cs typeface="DM Sans"/>
                <a:sym typeface="DM Sans"/>
              </a:rPr>
              <a:t>MVRDLAAALEEERLWAAKEAADEIAV</a:t>
            </a:r>
            <a:endParaRPr sz="900">
              <a:solidFill>
                <a:schemeClr val="dk1"/>
              </a:solidFill>
              <a:latin typeface="DM Sans"/>
              <a:ea typeface="DM Sans"/>
              <a:cs typeface="DM Sans"/>
              <a:sym typeface="DM Sans"/>
            </a:endParaRPr>
          </a:p>
        </p:txBody>
      </p:sp>
      <p:sp>
        <p:nvSpPr>
          <p:cNvPr id="819" name="Google Shape;819;p88"/>
          <p:cNvSpPr txBox="1"/>
          <p:nvPr/>
        </p:nvSpPr>
        <p:spPr>
          <a:xfrm>
            <a:off x="5171886" y="1246076"/>
            <a:ext cx="1467600" cy="332700"/>
          </a:xfrm>
          <a:prstGeom prst="rect">
            <a:avLst/>
          </a:prstGeom>
          <a:noFill/>
          <a:ln>
            <a:noFill/>
          </a:ln>
        </p:spPr>
        <p:txBody>
          <a:bodyPr anchorCtr="0" anchor="t" bIns="76025" lIns="76025" spcFirstLastPara="1" rIns="76025" wrap="square" tIns="76025">
            <a:spAutoFit/>
          </a:bodyPr>
          <a:lstStyle/>
          <a:p>
            <a:pPr indent="0" lvl="0" marL="0" rtl="0" algn="l">
              <a:spcBef>
                <a:spcPts val="0"/>
              </a:spcBef>
              <a:spcAft>
                <a:spcPts val="0"/>
              </a:spcAft>
              <a:buNone/>
            </a:pPr>
            <a:r>
              <a:rPr lang="en" sz="1164" u="sng">
                <a:solidFill>
                  <a:schemeClr val="dk1"/>
                </a:solidFill>
                <a:latin typeface="Newsreader"/>
                <a:ea typeface="Newsreader"/>
                <a:cs typeface="Newsreader"/>
                <a:sym typeface="Newsreader"/>
              </a:rPr>
              <a:t>Similar Sequences</a:t>
            </a:r>
            <a:endParaRPr sz="1164" u="sng">
              <a:solidFill>
                <a:schemeClr val="dk1"/>
              </a:solidFill>
              <a:latin typeface="Newsreader"/>
              <a:ea typeface="Newsreader"/>
              <a:cs typeface="Newsreader"/>
              <a:sym typeface="Newsreader"/>
            </a:endParaRPr>
          </a:p>
        </p:txBody>
      </p:sp>
      <p:sp>
        <p:nvSpPr>
          <p:cNvPr id="820" name="Google Shape;820;p88"/>
          <p:cNvSpPr txBox="1"/>
          <p:nvPr/>
        </p:nvSpPr>
        <p:spPr>
          <a:xfrm>
            <a:off x="7290438" y="1262038"/>
            <a:ext cx="1794000" cy="332700"/>
          </a:xfrm>
          <a:prstGeom prst="rect">
            <a:avLst/>
          </a:prstGeom>
          <a:noFill/>
          <a:ln>
            <a:noFill/>
          </a:ln>
        </p:spPr>
        <p:txBody>
          <a:bodyPr anchorCtr="0" anchor="t" bIns="76025" lIns="76025" spcFirstLastPara="1" rIns="76025" wrap="square" tIns="76025">
            <a:spAutoFit/>
          </a:bodyPr>
          <a:lstStyle/>
          <a:p>
            <a:pPr indent="0" lvl="0" marL="0" rtl="0" algn="l">
              <a:spcBef>
                <a:spcPts val="0"/>
              </a:spcBef>
              <a:spcAft>
                <a:spcPts val="0"/>
              </a:spcAft>
              <a:buNone/>
            </a:pPr>
            <a:r>
              <a:rPr lang="en" sz="1164" u="sng">
                <a:solidFill>
                  <a:schemeClr val="dk1"/>
                </a:solidFill>
                <a:latin typeface="Newsreader"/>
                <a:ea typeface="Newsreader"/>
                <a:cs typeface="Newsreader"/>
                <a:sym typeface="Newsreader"/>
              </a:rPr>
              <a:t>95% </a:t>
            </a:r>
            <a:r>
              <a:rPr lang="en" sz="1164" u="sng">
                <a:solidFill>
                  <a:schemeClr val="dk1"/>
                </a:solidFill>
                <a:latin typeface="Newsreader"/>
                <a:ea typeface="Newsreader"/>
                <a:cs typeface="Newsreader"/>
                <a:sym typeface="Newsreader"/>
              </a:rPr>
              <a:t>Representative</a:t>
            </a:r>
            <a:r>
              <a:rPr lang="en" sz="1164" u="sng">
                <a:solidFill>
                  <a:schemeClr val="dk1"/>
                </a:solidFill>
                <a:latin typeface="Newsreader"/>
                <a:ea typeface="Newsreader"/>
                <a:cs typeface="Newsreader"/>
                <a:sym typeface="Newsreader"/>
              </a:rPr>
              <a:t> Seq</a:t>
            </a:r>
            <a:endParaRPr sz="1164" u="sng">
              <a:solidFill>
                <a:schemeClr val="dk1"/>
              </a:solidFill>
              <a:latin typeface="Newsreader"/>
              <a:ea typeface="Newsreader"/>
              <a:cs typeface="Newsreader"/>
              <a:sym typeface="Newsreader"/>
            </a:endParaRPr>
          </a:p>
        </p:txBody>
      </p:sp>
      <p:sp>
        <p:nvSpPr>
          <p:cNvPr id="821" name="Google Shape;821;p88"/>
          <p:cNvSpPr txBox="1"/>
          <p:nvPr/>
        </p:nvSpPr>
        <p:spPr>
          <a:xfrm>
            <a:off x="149975" y="1388363"/>
            <a:ext cx="3762000" cy="8772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None/>
            </a:pPr>
            <a:r>
              <a:rPr lang="en" sz="1500">
                <a:solidFill>
                  <a:schemeClr val="dk1"/>
                </a:solidFill>
                <a:latin typeface="DM Sans"/>
                <a:ea typeface="DM Sans"/>
                <a:cs typeface="DM Sans"/>
                <a:sym typeface="DM Sans"/>
              </a:rPr>
              <a:t>5</a:t>
            </a:r>
            <a:r>
              <a:rPr lang="en" sz="1500">
                <a:solidFill>
                  <a:schemeClr val="dk1"/>
                </a:solidFill>
                <a:latin typeface="DM Sans"/>
                <a:ea typeface="DM Sans"/>
                <a:cs typeface="DM Sans"/>
                <a:sym typeface="DM Sans"/>
              </a:rPr>
              <a:t>.   </a:t>
            </a:r>
            <a:r>
              <a:rPr lang="en" sz="1500">
                <a:solidFill>
                  <a:schemeClr val="dk1"/>
                </a:solidFill>
                <a:latin typeface="DM Sans"/>
                <a:ea typeface="DM Sans"/>
                <a:cs typeface="DM Sans"/>
                <a:sym typeface="DM Sans"/>
              </a:rPr>
              <a:t>Split aggregated genome level embeddings into training (80%) </a:t>
            </a:r>
            <a:endParaRPr sz="1500">
              <a:solidFill>
                <a:schemeClr val="dk1"/>
              </a:solidFill>
              <a:latin typeface="DM Sans"/>
              <a:ea typeface="DM Sans"/>
              <a:cs typeface="DM Sans"/>
              <a:sym typeface="DM Sans"/>
            </a:endParaRPr>
          </a:p>
          <a:p>
            <a:pPr indent="-400050" lvl="0" marL="514350" rtl="0" algn="l">
              <a:spcBef>
                <a:spcPts val="0"/>
              </a:spcBef>
              <a:spcAft>
                <a:spcPts val="0"/>
              </a:spcAft>
              <a:buNone/>
            </a:pPr>
            <a:r>
              <a:rPr lang="en" sz="1500">
                <a:solidFill>
                  <a:schemeClr val="dk1"/>
                </a:solidFill>
                <a:latin typeface="DM Sans"/>
                <a:ea typeface="DM Sans"/>
                <a:cs typeface="DM Sans"/>
                <a:sym typeface="DM Sans"/>
              </a:rPr>
              <a:t>       and testing set (20%)</a:t>
            </a:r>
            <a:endParaRPr sz="1500">
              <a:solidFill>
                <a:schemeClr val="dk1"/>
              </a:solidFill>
              <a:latin typeface="DM Sans"/>
              <a:ea typeface="DM Sans"/>
              <a:cs typeface="DM Sans"/>
              <a:sym typeface="DM Sans"/>
            </a:endParaRPr>
          </a:p>
        </p:txBody>
      </p:sp>
      <p:sp>
        <p:nvSpPr>
          <p:cNvPr id="822" name="Google Shape;822;p88"/>
          <p:cNvSpPr txBox="1"/>
          <p:nvPr/>
        </p:nvSpPr>
        <p:spPr>
          <a:xfrm>
            <a:off x="117975" y="3000925"/>
            <a:ext cx="3762000" cy="646500"/>
          </a:xfrm>
          <a:prstGeom prst="rect">
            <a:avLst/>
          </a:prstGeom>
          <a:noFill/>
          <a:ln>
            <a:noFill/>
          </a:ln>
        </p:spPr>
        <p:txBody>
          <a:bodyPr anchorCtr="0" anchor="t" bIns="91425" lIns="91425" spcFirstLastPara="1" rIns="91425" wrap="square" tIns="91425">
            <a:spAutoFit/>
          </a:bodyPr>
          <a:lstStyle/>
          <a:p>
            <a:pPr indent="-285750" lvl="0" marL="400050" rtl="0" algn="l">
              <a:spcBef>
                <a:spcPts val="0"/>
              </a:spcBef>
              <a:spcAft>
                <a:spcPts val="0"/>
              </a:spcAft>
              <a:buNone/>
            </a:pPr>
            <a:r>
              <a:rPr lang="en" sz="1500">
                <a:solidFill>
                  <a:schemeClr val="dk1"/>
                </a:solidFill>
                <a:latin typeface="DM Sans"/>
                <a:ea typeface="DM Sans"/>
                <a:cs typeface="DM Sans"/>
                <a:sym typeface="DM Sans"/>
              </a:rPr>
              <a:t>6</a:t>
            </a:r>
            <a:r>
              <a:rPr lang="en" sz="1500">
                <a:solidFill>
                  <a:schemeClr val="dk1"/>
                </a:solidFill>
                <a:latin typeface="DM Sans"/>
                <a:ea typeface="DM Sans"/>
                <a:cs typeface="DM Sans"/>
                <a:sym typeface="DM Sans"/>
              </a:rPr>
              <a:t>.   </a:t>
            </a:r>
            <a:r>
              <a:rPr lang="en" sz="1500">
                <a:solidFill>
                  <a:schemeClr val="dk1"/>
                </a:solidFill>
                <a:latin typeface="DM Sans"/>
                <a:ea typeface="DM Sans"/>
                <a:cs typeface="DM Sans"/>
                <a:sym typeface="DM Sans"/>
              </a:rPr>
              <a:t>Train machine learning models on  </a:t>
            </a:r>
            <a:endParaRPr sz="1500">
              <a:solidFill>
                <a:schemeClr val="dk1"/>
              </a:solidFill>
              <a:latin typeface="DM Sans"/>
              <a:ea typeface="DM Sans"/>
              <a:cs typeface="DM Sans"/>
              <a:sym typeface="DM Sans"/>
            </a:endParaRPr>
          </a:p>
          <a:p>
            <a:pPr indent="0" lvl="0" marL="0" rtl="0" algn="l">
              <a:spcBef>
                <a:spcPts val="0"/>
              </a:spcBef>
              <a:spcAft>
                <a:spcPts val="0"/>
              </a:spcAft>
              <a:buNone/>
            </a:pPr>
            <a:r>
              <a:rPr lang="en" sz="1500">
                <a:solidFill>
                  <a:schemeClr val="dk1"/>
                </a:solidFill>
                <a:latin typeface="DM Sans"/>
                <a:ea typeface="DM Sans"/>
                <a:cs typeface="DM Sans"/>
                <a:sym typeface="DM Sans"/>
              </a:rPr>
              <a:t>        genome level embeddings</a:t>
            </a:r>
            <a:endParaRPr sz="1500">
              <a:solidFill>
                <a:schemeClr val="dk1"/>
              </a:solidFill>
              <a:latin typeface="DM Sans"/>
              <a:ea typeface="DM Sans"/>
              <a:cs typeface="DM Sans"/>
              <a:sym typeface="DM Sans"/>
            </a:endParaRPr>
          </a:p>
        </p:txBody>
      </p:sp>
      <p:sp>
        <p:nvSpPr>
          <p:cNvPr id="823" name="Google Shape;823;p88"/>
          <p:cNvSpPr txBox="1"/>
          <p:nvPr/>
        </p:nvSpPr>
        <p:spPr>
          <a:xfrm>
            <a:off x="117975" y="4250025"/>
            <a:ext cx="4170900" cy="877200"/>
          </a:xfrm>
          <a:prstGeom prst="rect">
            <a:avLst/>
          </a:prstGeom>
          <a:noFill/>
          <a:ln>
            <a:noFill/>
          </a:ln>
        </p:spPr>
        <p:txBody>
          <a:bodyPr anchorCtr="0" anchor="t" bIns="91425" lIns="91425" spcFirstLastPara="1" rIns="91425" wrap="square" tIns="91425">
            <a:spAutoFit/>
          </a:bodyPr>
          <a:lstStyle/>
          <a:p>
            <a:pPr indent="-285750" lvl="0" marL="400050" rtl="0" algn="l">
              <a:spcBef>
                <a:spcPts val="0"/>
              </a:spcBef>
              <a:spcAft>
                <a:spcPts val="0"/>
              </a:spcAft>
              <a:buNone/>
            </a:pPr>
            <a:r>
              <a:rPr lang="en" sz="1500">
                <a:solidFill>
                  <a:schemeClr val="dk1"/>
                </a:solidFill>
                <a:latin typeface="DM Sans"/>
                <a:ea typeface="DM Sans"/>
                <a:cs typeface="DM Sans"/>
                <a:sym typeface="DM Sans"/>
              </a:rPr>
              <a:t>7</a:t>
            </a:r>
            <a:r>
              <a:rPr lang="en" sz="1500">
                <a:solidFill>
                  <a:schemeClr val="dk1"/>
                </a:solidFill>
                <a:latin typeface="DM Sans"/>
                <a:ea typeface="DM Sans"/>
                <a:cs typeface="DM Sans"/>
                <a:sym typeface="DM Sans"/>
              </a:rPr>
              <a:t>.   </a:t>
            </a:r>
            <a:r>
              <a:rPr lang="en" sz="1500">
                <a:solidFill>
                  <a:schemeClr val="dk1"/>
                </a:solidFill>
                <a:latin typeface="DM Sans"/>
                <a:ea typeface="DM Sans"/>
                <a:cs typeface="DM Sans"/>
                <a:sym typeface="DM Sans"/>
              </a:rPr>
              <a:t>Revert testing set into protein level     </a:t>
            </a:r>
            <a:endParaRPr sz="1500">
              <a:solidFill>
                <a:schemeClr val="dk1"/>
              </a:solidFill>
              <a:latin typeface="DM Sans"/>
              <a:ea typeface="DM Sans"/>
              <a:cs typeface="DM Sans"/>
              <a:sym typeface="DM Sans"/>
            </a:endParaRPr>
          </a:p>
          <a:p>
            <a:pPr indent="0" lvl="0" marL="0" rtl="0" algn="l">
              <a:spcBef>
                <a:spcPts val="0"/>
              </a:spcBef>
              <a:spcAft>
                <a:spcPts val="0"/>
              </a:spcAft>
              <a:buNone/>
            </a:pPr>
            <a:r>
              <a:rPr lang="en" sz="1500">
                <a:solidFill>
                  <a:schemeClr val="dk1"/>
                </a:solidFill>
                <a:latin typeface="DM Sans"/>
                <a:ea typeface="DM Sans"/>
                <a:cs typeface="DM Sans"/>
                <a:sym typeface="DM Sans"/>
              </a:rPr>
              <a:t>       embeddings to perform sensitivity</a:t>
            </a:r>
            <a:endParaRPr sz="1500">
              <a:solidFill>
                <a:schemeClr val="dk1"/>
              </a:solidFill>
              <a:latin typeface="DM Sans"/>
              <a:ea typeface="DM Sans"/>
              <a:cs typeface="DM Sans"/>
              <a:sym typeface="DM Sans"/>
            </a:endParaRPr>
          </a:p>
          <a:p>
            <a:pPr indent="0" lvl="0" marL="0" rtl="0" algn="l">
              <a:spcBef>
                <a:spcPts val="0"/>
              </a:spcBef>
              <a:spcAft>
                <a:spcPts val="0"/>
              </a:spcAft>
              <a:buNone/>
            </a:pPr>
            <a:r>
              <a:rPr lang="en" sz="1500">
                <a:solidFill>
                  <a:schemeClr val="dk1"/>
                </a:solidFill>
                <a:latin typeface="DM Sans"/>
                <a:ea typeface="DM Sans"/>
                <a:cs typeface="DM Sans"/>
                <a:sym typeface="DM Sans"/>
              </a:rPr>
              <a:t>       analysis/ROC and determine best model</a:t>
            </a:r>
            <a:endParaRPr sz="1500">
              <a:solidFill>
                <a:schemeClr val="dk1"/>
              </a:solidFill>
              <a:latin typeface="DM Sans"/>
              <a:ea typeface="DM Sans"/>
              <a:cs typeface="DM Sans"/>
              <a:sym typeface="DM Sans"/>
            </a:endParaRPr>
          </a:p>
        </p:txBody>
      </p:sp>
      <p:sp>
        <p:nvSpPr>
          <p:cNvPr id="824" name="Google Shape;824;p88"/>
          <p:cNvSpPr txBox="1"/>
          <p:nvPr/>
        </p:nvSpPr>
        <p:spPr>
          <a:xfrm>
            <a:off x="149975" y="0"/>
            <a:ext cx="4170900" cy="8772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None/>
            </a:pPr>
            <a:r>
              <a:rPr lang="en" sz="1500">
                <a:solidFill>
                  <a:schemeClr val="dk1"/>
                </a:solidFill>
                <a:latin typeface="DM Sans"/>
                <a:ea typeface="DM Sans"/>
                <a:cs typeface="DM Sans"/>
                <a:sym typeface="DM Sans"/>
              </a:rPr>
              <a:t>4.</a:t>
            </a:r>
            <a:r>
              <a:rPr lang="en" sz="1500">
                <a:solidFill>
                  <a:schemeClr val="dk1"/>
                </a:solidFill>
                <a:latin typeface="DM Sans"/>
                <a:ea typeface="DM Sans"/>
                <a:cs typeface="DM Sans"/>
                <a:sym typeface="DM Sans"/>
              </a:rPr>
              <a:t>   </a:t>
            </a:r>
            <a:r>
              <a:rPr lang="en" sz="1500">
                <a:solidFill>
                  <a:schemeClr val="dk1"/>
                </a:solidFill>
                <a:latin typeface="DM Sans"/>
                <a:ea typeface="DM Sans"/>
                <a:cs typeface="DM Sans"/>
                <a:sym typeface="DM Sans"/>
              </a:rPr>
              <a:t>Filter out similar protein sequences </a:t>
            </a:r>
            <a:endParaRPr sz="1500">
              <a:solidFill>
                <a:schemeClr val="dk1"/>
              </a:solidFill>
              <a:latin typeface="DM Sans"/>
              <a:ea typeface="DM Sans"/>
              <a:cs typeface="DM Sans"/>
              <a:sym typeface="DM Sans"/>
            </a:endParaRPr>
          </a:p>
          <a:p>
            <a:pPr indent="-342900" lvl="0" marL="457200" rtl="0" algn="l">
              <a:spcBef>
                <a:spcPts val="0"/>
              </a:spcBef>
              <a:spcAft>
                <a:spcPts val="0"/>
              </a:spcAft>
              <a:buNone/>
            </a:pPr>
            <a:r>
              <a:rPr lang="en" sz="1500">
                <a:solidFill>
                  <a:schemeClr val="dk1"/>
                </a:solidFill>
                <a:latin typeface="DM Sans"/>
                <a:ea typeface="DM Sans"/>
                <a:cs typeface="DM Sans"/>
                <a:sym typeface="DM Sans"/>
              </a:rPr>
              <a:t>       (80%) using MMseqs2 to reduce bias when split into testing and training</a:t>
            </a:r>
            <a:endParaRPr sz="1500">
              <a:solidFill>
                <a:schemeClr val="dk1"/>
              </a:solidFill>
              <a:latin typeface="DM Sans"/>
              <a:ea typeface="DM Sans"/>
              <a:cs typeface="DM Sans"/>
              <a:sym typeface="DM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494D"/>
        </a:solidFill>
      </p:bgPr>
    </p:bg>
    <p:spTree>
      <p:nvGrpSpPr>
        <p:cNvPr id="828" name="Shape 828"/>
        <p:cNvGrpSpPr/>
        <p:nvPr/>
      </p:nvGrpSpPr>
      <p:grpSpPr>
        <a:xfrm>
          <a:off x="0" y="0"/>
          <a:ext cx="0" cy="0"/>
          <a:chOff x="0" y="0"/>
          <a:chExt cx="0" cy="0"/>
        </a:xfrm>
      </p:grpSpPr>
      <p:sp>
        <p:nvSpPr>
          <p:cNvPr id="829" name="Google Shape;829;p89"/>
          <p:cNvSpPr txBox="1"/>
          <p:nvPr>
            <p:ph type="ctrTitle"/>
          </p:nvPr>
        </p:nvSpPr>
        <p:spPr>
          <a:xfrm>
            <a:off x="0" y="1925949"/>
            <a:ext cx="6858000" cy="910500"/>
          </a:xfrm>
          <a:prstGeom prst="rect">
            <a:avLst/>
          </a:prstGeom>
        </p:spPr>
        <p:txBody>
          <a:bodyPr anchorCtr="0" anchor="b" bIns="34275" lIns="68575" spcFirstLastPara="1" rIns="68575" wrap="square" tIns="34275">
            <a:normAutofit/>
          </a:bodyPr>
          <a:lstStyle/>
          <a:p>
            <a:pPr indent="0" lvl="0" marL="0" rtl="0" algn="ctr">
              <a:spcBef>
                <a:spcPts val="0"/>
              </a:spcBef>
              <a:spcAft>
                <a:spcPts val="0"/>
              </a:spcAft>
              <a:buNone/>
            </a:pPr>
            <a:r>
              <a:rPr lang="en">
                <a:solidFill>
                  <a:schemeClr val="lt1"/>
                </a:solidFill>
              </a:rPr>
              <a:t>II</a:t>
            </a:r>
            <a:endParaRPr>
              <a:solidFill>
                <a:schemeClr val="lt1"/>
              </a:solidFill>
              <a:latin typeface="Arial"/>
              <a:ea typeface="Arial"/>
              <a:cs typeface="Arial"/>
              <a:sym typeface="Arial"/>
            </a:endParaRPr>
          </a:p>
        </p:txBody>
      </p:sp>
      <p:sp>
        <p:nvSpPr>
          <p:cNvPr id="830" name="Google Shape;830;p89"/>
          <p:cNvSpPr txBox="1"/>
          <p:nvPr>
            <p:ph idx="12" type="sldNum"/>
          </p:nvPr>
        </p:nvSpPr>
        <p:spPr>
          <a:xfrm>
            <a:off x="6457950" y="4767263"/>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831" name="Google Shape;831;p89"/>
          <p:cNvSpPr txBox="1"/>
          <p:nvPr/>
        </p:nvSpPr>
        <p:spPr>
          <a:xfrm>
            <a:off x="32950" y="583575"/>
            <a:ext cx="2420700" cy="270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chemeClr val="lt1"/>
                </a:solidFill>
                <a:latin typeface="Newsreader"/>
                <a:ea typeface="Newsreader"/>
                <a:cs typeface="Newsreader"/>
                <a:sym typeface="Newsreader"/>
              </a:rPr>
              <a:t>Virus and Bacteria Clustered (80%) Mean Embeddings by Genome ID</a:t>
            </a:r>
            <a:endParaRPr sz="2800">
              <a:solidFill>
                <a:schemeClr val="lt1"/>
              </a:solidFill>
              <a:latin typeface="Newsreader"/>
              <a:ea typeface="Newsreader"/>
              <a:cs typeface="Newsreader"/>
              <a:sym typeface="Newsreader"/>
            </a:endParaRPr>
          </a:p>
        </p:txBody>
      </p:sp>
      <p:sp>
        <p:nvSpPr>
          <p:cNvPr id="832" name="Google Shape;832;p89"/>
          <p:cNvSpPr txBox="1"/>
          <p:nvPr>
            <p:ph idx="12" type="sldNum"/>
          </p:nvPr>
        </p:nvSpPr>
        <p:spPr>
          <a:xfrm>
            <a:off x="8502325" y="4835125"/>
            <a:ext cx="548700" cy="2340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sz="900"/>
              <a:t>‹#›</a:t>
            </a:fld>
            <a:endParaRPr sz="900"/>
          </a:p>
        </p:txBody>
      </p:sp>
      <p:pic>
        <p:nvPicPr>
          <p:cNvPr id="833" name="Google Shape;833;p89"/>
          <p:cNvPicPr preferRelativeResize="0"/>
          <p:nvPr/>
        </p:nvPicPr>
        <p:blipFill>
          <a:blip r:embed="rId3">
            <a:alphaModFix/>
          </a:blip>
          <a:stretch>
            <a:fillRect/>
          </a:stretch>
        </p:blipFill>
        <p:spPr>
          <a:xfrm>
            <a:off x="2394481" y="302418"/>
            <a:ext cx="6656552" cy="4597825"/>
          </a:xfrm>
          <a:prstGeom prst="rect">
            <a:avLst/>
          </a:prstGeom>
          <a:noFill/>
          <a:ln>
            <a:noFill/>
          </a:ln>
        </p:spPr>
      </p:pic>
      <p:sp>
        <p:nvSpPr>
          <p:cNvPr id="834" name="Google Shape;834;p89"/>
          <p:cNvSpPr txBox="1"/>
          <p:nvPr/>
        </p:nvSpPr>
        <p:spPr>
          <a:xfrm>
            <a:off x="3273275" y="514850"/>
            <a:ext cx="1239600" cy="100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rgbClr val="FF0000"/>
                </a:solidFill>
              </a:rPr>
              <a:t>Virus</a:t>
            </a:r>
            <a:endParaRPr b="1" sz="2100">
              <a:solidFill>
                <a:srgbClr val="FF0000"/>
              </a:solidFill>
            </a:endParaRPr>
          </a:p>
          <a:p>
            <a:pPr indent="0" lvl="0" marL="0" rtl="0" algn="l">
              <a:spcBef>
                <a:spcPts val="0"/>
              </a:spcBef>
              <a:spcAft>
                <a:spcPts val="0"/>
              </a:spcAft>
              <a:buNone/>
            </a:pPr>
            <a:r>
              <a:rPr b="1" lang="en" sz="2100">
                <a:solidFill>
                  <a:srgbClr val="0000FF"/>
                </a:solidFill>
              </a:rPr>
              <a:t>Bacteria</a:t>
            </a:r>
            <a:endParaRPr b="1" sz="2100">
              <a:solidFill>
                <a:srgbClr val="0000FF"/>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8" name="Shape 838"/>
        <p:cNvGrpSpPr/>
        <p:nvPr/>
      </p:nvGrpSpPr>
      <p:grpSpPr>
        <a:xfrm>
          <a:off x="0" y="0"/>
          <a:ext cx="0" cy="0"/>
          <a:chOff x="0" y="0"/>
          <a:chExt cx="0" cy="0"/>
        </a:xfrm>
      </p:grpSpPr>
      <p:sp>
        <p:nvSpPr>
          <p:cNvPr id="839" name="Google Shape;839;p90"/>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40" name="Google Shape;840;p90"/>
          <p:cNvSpPr txBox="1"/>
          <p:nvPr>
            <p:ph type="title"/>
          </p:nvPr>
        </p:nvSpPr>
        <p:spPr>
          <a:xfrm>
            <a:off x="1317600" y="1657500"/>
            <a:ext cx="6414900" cy="1828500"/>
          </a:xfrm>
          <a:prstGeom prst="rect">
            <a:avLst/>
          </a:prstGeom>
        </p:spPr>
        <p:txBody>
          <a:bodyPr anchorCtr="0" anchor="t" bIns="0" lIns="0" spcFirstLastPara="1" rIns="0" wrap="square" tIns="0">
            <a:spAutoFit/>
          </a:bodyPr>
          <a:lstStyle/>
          <a:p>
            <a:pPr indent="0" lvl="0" marL="0" rtl="0" algn="ctr">
              <a:spcBef>
                <a:spcPts val="0"/>
              </a:spcBef>
              <a:spcAft>
                <a:spcPts val="0"/>
              </a:spcAft>
              <a:buNone/>
            </a:pPr>
            <a:r>
              <a:rPr lang="en" sz="6600"/>
              <a:t>Machine Learning Models</a:t>
            </a:r>
            <a:endParaRPr sz="6600"/>
          </a:p>
        </p:txBody>
      </p:sp>
      <p:sp>
        <p:nvSpPr>
          <p:cNvPr id="841" name="Google Shape;841;p90"/>
          <p:cNvSpPr txBox="1"/>
          <p:nvPr>
            <p:ph idx="4" type="subTitle"/>
          </p:nvPr>
        </p:nvSpPr>
        <p:spPr>
          <a:xfrm>
            <a:off x="5712600" y="4290612"/>
            <a:ext cx="2613300" cy="5439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842" name="Google Shape;842;p90"/>
          <p:cNvSpPr txBox="1"/>
          <p:nvPr>
            <p:ph idx="6" type="subTitle"/>
          </p:nvPr>
        </p:nvSpPr>
        <p:spPr>
          <a:xfrm>
            <a:off x="5712600" y="1318375"/>
            <a:ext cx="2613300" cy="4830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843" name="Google Shape;843;p90"/>
          <p:cNvSpPr txBox="1"/>
          <p:nvPr>
            <p:ph idx="12" type="sldNum"/>
          </p:nvPr>
        </p:nvSpPr>
        <p:spPr>
          <a:xfrm>
            <a:off x="8502325" y="4835125"/>
            <a:ext cx="548700" cy="234000"/>
          </a:xfrm>
          <a:prstGeom prst="rect">
            <a:avLst/>
          </a:prstGeom>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sz="900">
                <a:solidFill>
                  <a:schemeClr val="dk1"/>
                </a:solidFill>
              </a:rPr>
              <a:t>‹#›</a:t>
            </a:fld>
            <a:endParaRPr sz="9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p91"/>
          <p:cNvSpPr txBox="1"/>
          <p:nvPr>
            <p:ph idx="12" type="sldNum"/>
          </p:nvPr>
        </p:nvSpPr>
        <p:spPr>
          <a:xfrm>
            <a:off x="8328825" y="4665900"/>
            <a:ext cx="548700" cy="234000"/>
          </a:xfrm>
          <a:prstGeom prst="rect">
            <a:avLst/>
          </a:prstGeom>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sz="900"/>
              <a:t>‹#›</a:t>
            </a:fld>
            <a:endParaRPr sz="900"/>
          </a:p>
        </p:txBody>
      </p:sp>
      <p:sp>
        <p:nvSpPr>
          <p:cNvPr id="849" name="Google Shape;849;p91"/>
          <p:cNvSpPr txBox="1"/>
          <p:nvPr>
            <p:ph type="title"/>
          </p:nvPr>
        </p:nvSpPr>
        <p:spPr>
          <a:xfrm>
            <a:off x="583775" y="369300"/>
            <a:ext cx="4180500" cy="554100"/>
          </a:xfrm>
          <a:prstGeom prst="rect">
            <a:avLst/>
          </a:prstGeom>
        </p:spPr>
        <p:txBody>
          <a:bodyPr anchorCtr="0" anchor="t" bIns="0" lIns="0" spcFirstLastPara="1" rIns="0" wrap="square" tIns="0">
            <a:spAutoFit/>
          </a:bodyPr>
          <a:lstStyle/>
          <a:p>
            <a:pPr indent="0" lvl="0" marL="0" rtl="0" algn="l">
              <a:lnSpc>
                <a:spcPct val="115000"/>
              </a:lnSpc>
              <a:spcBef>
                <a:spcPts val="0"/>
              </a:spcBef>
              <a:spcAft>
                <a:spcPts val="0"/>
              </a:spcAft>
              <a:buNone/>
            </a:pPr>
            <a:r>
              <a:rPr lang="en"/>
              <a:t>K Nearest Neighbor</a:t>
            </a:r>
            <a:endParaRPr/>
          </a:p>
        </p:txBody>
      </p:sp>
      <p:cxnSp>
        <p:nvCxnSpPr>
          <p:cNvPr id="850" name="Google Shape;850;p91"/>
          <p:cNvCxnSpPr/>
          <p:nvPr/>
        </p:nvCxnSpPr>
        <p:spPr>
          <a:xfrm flipH="1" rot="10800000">
            <a:off x="1463575" y="1499525"/>
            <a:ext cx="12000" cy="2911800"/>
          </a:xfrm>
          <a:prstGeom prst="straightConnector1">
            <a:avLst/>
          </a:prstGeom>
          <a:noFill/>
          <a:ln cap="flat" cmpd="sng" w="9525">
            <a:solidFill>
              <a:schemeClr val="dk1"/>
            </a:solidFill>
            <a:prstDash val="solid"/>
            <a:round/>
            <a:headEnd len="med" w="med" type="none"/>
            <a:tailEnd len="med" w="med" type="triangle"/>
          </a:ln>
        </p:spPr>
      </p:cxnSp>
      <p:cxnSp>
        <p:nvCxnSpPr>
          <p:cNvPr id="851" name="Google Shape;851;p91"/>
          <p:cNvCxnSpPr/>
          <p:nvPr/>
        </p:nvCxnSpPr>
        <p:spPr>
          <a:xfrm flipH="1" rot="10800000">
            <a:off x="1463575" y="4377725"/>
            <a:ext cx="3347400" cy="33600"/>
          </a:xfrm>
          <a:prstGeom prst="straightConnector1">
            <a:avLst/>
          </a:prstGeom>
          <a:noFill/>
          <a:ln cap="flat" cmpd="sng" w="9525">
            <a:solidFill>
              <a:schemeClr val="dk1"/>
            </a:solidFill>
            <a:prstDash val="solid"/>
            <a:round/>
            <a:headEnd len="med" w="med" type="none"/>
            <a:tailEnd len="med" w="med" type="triangle"/>
          </a:ln>
        </p:spPr>
      </p:cxnSp>
      <p:sp>
        <p:nvSpPr>
          <p:cNvPr id="852" name="Google Shape;852;p91"/>
          <p:cNvSpPr/>
          <p:nvPr/>
        </p:nvSpPr>
        <p:spPr>
          <a:xfrm>
            <a:off x="2348850" y="2795763"/>
            <a:ext cx="137700" cy="1377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853" name="Google Shape;853;p91"/>
          <p:cNvSpPr/>
          <p:nvPr/>
        </p:nvSpPr>
        <p:spPr>
          <a:xfrm>
            <a:off x="3139275" y="2435188"/>
            <a:ext cx="137700" cy="1377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854" name="Google Shape;854;p91"/>
          <p:cNvSpPr/>
          <p:nvPr/>
        </p:nvSpPr>
        <p:spPr>
          <a:xfrm>
            <a:off x="2486550" y="2350288"/>
            <a:ext cx="137700" cy="1377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855" name="Google Shape;855;p91"/>
          <p:cNvSpPr/>
          <p:nvPr/>
        </p:nvSpPr>
        <p:spPr>
          <a:xfrm>
            <a:off x="2796425" y="2625688"/>
            <a:ext cx="137700" cy="1377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856" name="Google Shape;856;p91"/>
          <p:cNvSpPr/>
          <p:nvPr/>
        </p:nvSpPr>
        <p:spPr>
          <a:xfrm>
            <a:off x="1808575" y="2487988"/>
            <a:ext cx="137700" cy="1377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857" name="Google Shape;857;p91"/>
          <p:cNvSpPr/>
          <p:nvPr/>
        </p:nvSpPr>
        <p:spPr>
          <a:xfrm>
            <a:off x="1863113" y="2212588"/>
            <a:ext cx="137700" cy="1377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858" name="Google Shape;858;p91"/>
          <p:cNvSpPr/>
          <p:nvPr/>
        </p:nvSpPr>
        <p:spPr>
          <a:xfrm>
            <a:off x="3068425" y="1874138"/>
            <a:ext cx="137700" cy="1377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859" name="Google Shape;859;p91"/>
          <p:cNvSpPr/>
          <p:nvPr/>
        </p:nvSpPr>
        <p:spPr>
          <a:xfrm>
            <a:off x="1912225" y="3366813"/>
            <a:ext cx="137700" cy="1377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860" name="Google Shape;860;p91"/>
          <p:cNvSpPr/>
          <p:nvPr/>
        </p:nvSpPr>
        <p:spPr>
          <a:xfrm>
            <a:off x="2259550" y="1971588"/>
            <a:ext cx="137700" cy="1377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861" name="Google Shape;861;p91"/>
          <p:cNvSpPr/>
          <p:nvPr/>
        </p:nvSpPr>
        <p:spPr>
          <a:xfrm>
            <a:off x="1603775" y="2933463"/>
            <a:ext cx="137700" cy="1377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862" name="Google Shape;862;p91"/>
          <p:cNvSpPr/>
          <p:nvPr/>
        </p:nvSpPr>
        <p:spPr>
          <a:xfrm>
            <a:off x="2397250" y="3241238"/>
            <a:ext cx="137700" cy="1377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863" name="Google Shape;863;p91"/>
          <p:cNvSpPr/>
          <p:nvPr/>
        </p:nvSpPr>
        <p:spPr>
          <a:xfrm>
            <a:off x="1808575" y="1850225"/>
            <a:ext cx="137700" cy="1377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864" name="Google Shape;864;p91"/>
          <p:cNvSpPr/>
          <p:nvPr/>
        </p:nvSpPr>
        <p:spPr>
          <a:xfrm>
            <a:off x="3135125" y="3617875"/>
            <a:ext cx="196500" cy="158700"/>
          </a:xfrm>
          <a:prstGeom prst="triangle">
            <a:avLst>
              <a:gd fmla="val 50000" name="adj"/>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865" name="Google Shape;865;p91"/>
          <p:cNvSpPr/>
          <p:nvPr/>
        </p:nvSpPr>
        <p:spPr>
          <a:xfrm>
            <a:off x="2457150" y="3932500"/>
            <a:ext cx="196500" cy="158700"/>
          </a:xfrm>
          <a:prstGeom prst="triangle">
            <a:avLst>
              <a:gd fmla="val 50000" name="adj"/>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866" name="Google Shape;866;p91"/>
          <p:cNvSpPr/>
          <p:nvPr/>
        </p:nvSpPr>
        <p:spPr>
          <a:xfrm>
            <a:off x="3842500" y="2405750"/>
            <a:ext cx="196500" cy="158700"/>
          </a:xfrm>
          <a:prstGeom prst="triangle">
            <a:avLst>
              <a:gd fmla="val 50000" name="adj"/>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867" name="Google Shape;867;p91"/>
          <p:cNvSpPr/>
          <p:nvPr/>
        </p:nvSpPr>
        <p:spPr>
          <a:xfrm>
            <a:off x="3797225" y="1787325"/>
            <a:ext cx="196500" cy="158700"/>
          </a:xfrm>
          <a:prstGeom prst="triangle">
            <a:avLst>
              <a:gd fmla="val 50000" name="adj"/>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868" name="Google Shape;868;p91"/>
          <p:cNvSpPr/>
          <p:nvPr/>
        </p:nvSpPr>
        <p:spPr>
          <a:xfrm>
            <a:off x="4229325" y="2109300"/>
            <a:ext cx="196500" cy="158700"/>
          </a:xfrm>
          <a:prstGeom prst="triangle">
            <a:avLst>
              <a:gd fmla="val 50000" name="adj"/>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869" name="Google Shape;869;p91"/>
          <p:cNvSpPr/>
          <p:nvPr/>
        </p:nvSpPr>
        <p:spPr>
          <a:xfrm>
            <a:off x="3982775" y="1982388"/>
            <a:ext cx="196500" cy="158700"/>
          </a:xfrm>
          <a:prstGeom prst="triangle">
            <a:avLst>
              <a:gd fmla="val 50000" name="adj"/>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870" name="Google Shape;870;p91"/>
          <p:cNvSpPr/>
          <p:nvPr/>
        </p:nvSpPr>
        <p:spPr>
          <a:xfrm>
            <a:off x="3066275" y="3997800"/>
            <a:ext cx="196500" cy="158700"/>
          </a:xfrm>
          <a:prstGeom prst="triangle">
            <a:avLst>
              <a:gd fmla="val 50000" name="adj"/>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871" name="Google Shape;871;p91"/>
          <p:cNvSpPr/>
          <p:nvPr/>
        </p:nvSpPr>
        <p:spPr>
          <a:xfrm>
            <a:off x="4039000" y="3839100"/>
            <a:ext cx="196500" cy="158700"/>
          </a:xfrm>
          <a:prstGeom prst="triangle">
            <a:avLst>
              <a:gd fmla="val 50000" name="adj"/>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872" name="Google Shape;872;p91"/>
          <p:cNvSpPr/>
          <p:nvPr/>
        </p:nvSpPr>
        <p:spPr>
          <a:xfrm>
            <a:off x="4107550" y="3455375"/>
            <a:ext cx="196500" cy="158700"/>
          </a:xfrm>
          <a:prstGeom prst="triangle">
            <a:avLst>
              <a:gd fmla="val 50000" name="adj"/>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873" name="Google Shape;873;p91"/>
          <p:cNvSpPr/>
          <p:nvPr/>
        </p:nvSpPr>
        <p:spPr>
          <a:xfrm>
            <a:off x="3589775" y="4091200"/>
            <a:ext cx="196500" cy="158700"/>
          </a:xfrm>
          <a:prstGeom prst="triangle">
            <a:avLst>
              <a:gd fmla="val 50000" name="adj"/>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874" name="Google Shape;874;p91"/>
          <p:cNvSpPr/>
          <p:nvPr/>
        </p:nvSpPr>
        <p:spPr>
          <a:xfrm>
            <a:off x="4425825" y="4091200"/>
            <a:ext cx="196500" cy="158700"/>
          </a:xfrm>
          <a:prstGeom prst="triangle">
            <a:avLst>
              <a:gd fmla="val 50000" name="adj"/>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875" name="Google Shape;875;p91"/>
          <p:cNvSpPr/>
          <p:nvPr/>
        </p:nvSpPr>
        <p:spPr>
          <a:xfrm>
            <a:off x="4229325" y="2782338"/>
            <a:ext cx="196500" cy="158700"/>
          </a:xfrm>
          <a:prstGeom prst="triangle">
            <a:avLst>
              <a:gd fmla="val 50000" name="adj"/>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876" name="Google Shape;876;p91"/>
          <p:cNvSpPr/>
          <p:nvPr/>
        </p:nvSpPr>
        <p:spPr>
          <a:xfrm>
            <a:off x="4375975" y="3100250"/>
            <a:ext cx="196500" cy="158700"/>
          </a:xfrm>
          <a:prstGeom prst="triangle">
            <a:avLst>
              <a:gd fmla="val 50000" name="adj"/>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877" name="Google Shape;877;p91"/>
          <p:cNvSpPr/>
          <p:nvPr/>
        </p:nvSpPr>
        <p:spPr>
          <a:xfrm>
            <a:off x="2207100" y="3686725"/>
            <a:ext cx="196500" cy="158700"/>
          </a:xfrm>
          <a:prstGeom prst="triangle">
            <a:avLst>
              <a:gd fmla="val 50000" name="adj"/>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878" name="Google Shape;878;p91"/>
          <p:cNvSpPr/>
          <p:nvPr/>
        </p:nvSpPr>
        <p:spPr>
          <a:xfrm>
            <a:off x="3532625" y="2109300"/>
            <a:ext cx="196500" cy="158700"/>
          </a:xfrm>
          <a:prstGeom prst="triangle">
            <a:avLst>
              <a:gd fmla="val 50000" name="adj"/>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879" name="Google Shape;879;p91"/>
          <p:cNvSpPr/>
          <p:nvPr/>
        </p:nvSpPr>
        <p:spPr>
          <a:xfrm>
            <a:off x="4375975" y="2445825"/>
            <a:ext cx="196500" cy="158700"/>
          </a:xfrm>
          <a:prstGeom prst="triangle">
            <a:avLst>
              <a:gd fmla="val 50000" name="adj"/>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880" name="Google Shape;880;p91"/>
          <p:cNvSpPr/>
          <p:nvPr/>
        </p:nvSpPr>
        <p:spPr>
          <a:xfrm>
            <a:off x="3359825" y="2885625"/>
            <a:ext cx="238140" cy="234036"/>
          </a:xfrm>
          <a:prstGeom prst="cloud">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881" name="Google Shape;881;p91"/>
          <p:cNvSpPr txBox="1"/>
          <p:nvPr>
            <p:ph idx="1" type="subTitle"/>
          </p:nvPr>
        </p:nvSpPr>
        <p:spPr>
          <a:xfrm>
            <a:off x="5233600" y="1893063"/>
            <a:ext cx="2337300" cy="1901400"/>
          </a:xfrm>
          <a:prstGeom prst="rect">
            <a:avLst/>
          </a:prstGeom>
        </p:spPr>
        <p:txBody>
          <a:bodyPr anchorCtr="0" anchor="t" bIns="0" lIns="0" spcFirstLastPara="1" rIns="0" wrap="square" tIns="0">
            <a:noAutofit/>
          </a:bodyPr>
          <a:lstStyle/>
          <a:p>
            <a:pPr indent="-330200" lvl="0" marL="457200" rtl="0" algn="l">
              <a:spcBef>
                <a:spcPts val="0"/>
              </a:spcBef>
              <a:spcAft>
                <a:spcPts val="0"/>
              </a:spcAft>
              <a:buSzPts val="1600"/>
              <a:buChar char="-"/>
            </a:pPr>
            <a:r>
              <a:rPr lang="en"/>
              <a:t>K=5</a:t>
            </a:r>
            <a:endParaRPr/>
          </a:p>
          <a:p>
            <a:pPr indent="-330200" lvl="0" marL="457200" rtl="0" algn="l">
              <a:spcBef>
                <a:spcPts val="0"/>
              </a:spcBef>
              <a:spcAft>
                <a:spcPts val="0"/>
              </a:spcAft>
              <a:buSzPts val="1600"/>
              <a:buChar char="-"/>
            </a:pPr>
            <a:r>
              <a:rPr lang="en"/>
              <a:t>4 Red</a:t>
            </a:r>
            <a:endParaRPr/>
          </a:p>
          <a:p>
            <a:pPr indent="-330200" lvl="0" marL="457200" rtl="0" algn="l">
              <a:spcBef>
                <a:spcPts val="0"/>
              </a:spcBef>
              <a:spcAft>
                <a:spcPts val="0"/>
              </a:spcAft>
              <a:buSzPts val="1600"/>
              <a:buChar char="-"/>
            </a:pPr>
            <a:r>
              <a:rPr lang="en"/>
              <a:t>1 Blue</a:t>
            </a:r>
            <a:endParaRPr/>
          </a:p>
          <a:p>
            <a:pPr indent="0" lvl="0" marL="457200" rtl="0" algn="l">
              <a:spcBef>
                <a:spcPts val="0"/>
              </a:spcBef>
              <a:spcAft>
                <a:spcPts val="0"/>
              </a:spcAft>
              <a:buNone/>
            </a:pPr>
            <a:r>
              <a:t/>
            </a:r>
            <a:endParaRPr/>
          </a:p>
          <a:p>
            <a:pPr indent="-330200" lvl="0" marL="457200" rtl="0" algn="l">
              <a:spcBef>
                <a:spcPts val="0"/>
              </a:spcBef>
              <a:spcAft>
                <a:spcPts val="0"/>
              </a:spcAft>
              <a:buSzPts val="1600"/>
              <a:buChar char="-"/>
            </a:pPr>
            <a:r>
              <a:rPr lang="en"/>
              <a:t>Classification: Red</a:t>
            </a:r>
            <a:endParaRPr/>
          </a:p>
        </p:txBody>
      </p:sp>
      <p:cxnSp>
        <p:nvCxnSpPr>
          <p:cNvPr id="882" name="Google Shape;882;p91"/>
          <p:cNvCxnSpPr/>
          <p:nvPr/>
        </p:nvCxnSpPr>
        <p:spPr>
          <a:xfrm>
            <a:off x="3069875" y="2770150"/>
            <a:ext cx="421800" cy="253500"/>
          </a:xfrm>
          <a:prstGeom prst="straightConnector1">
            <a:avLst/>
          </a:prstGeom>
          <a:noFill/>
          <a:ln cap="flat" cmpd="sng" w="19050">
            <a:solidFill>
              <a:schemeClr val="dk1"/>
            </a:solidFill>
            <a:prstDash val="dash"/>
            <a:round/>
            <a:headEnd len="med" w="med" type="none"/>
            <a:tailEnd len="med" w="med" type="none"/>
          </a:ln>
        </p:spPr>
      </p:cxnSp>
      <p:cxnSp>
        <p:nvCxnSpPr>
          <p:cNvPr id="883" name="Google Shape;883;p91"/>
          <p:cNvCxnSpPr/>
          <p:nvPr/>
        </p:nvCxnSpPr>
        <p:spPr>
          <a:xfrm flipH="1">
            <a:off x="3477700" y="2667100"/>
            <a:ext cx="153900" cy="348300"/>
          </a:xfrm>
          <a:prstGeom prst="straightConnector1">
            <a:avLst/>
          </a:prstGeom>
          <a:noFill/>
          <a:ln cap="flat" cmpd="sng" w="19050">
            <a:solidFill>
              <a:schemeClr val="dk1"/>
            </a:solidFill>
            <a:prstDash val="dash"/>
            <a:round/>
            <a:headEnd len="med" w="med" type="none"/>
            <a:tailEnd len="med" w="med" type="none"/>
          </a:ln>
        </p:spPr>
      </p:cxnSp>
      <p:cxnSp>
        <p:nvCxnSpPr>
          <p:cNvPr id="884" name="Google Shape;884;p91"/>
          <p:cNvCxnSpPr/>
          <p:nvPr/>
        </p:nvCxnSpPr>
        <p:spPr>
          <a:xfrm>
            <a:off x="3483700" y="3008025"/>
            <a:ext cx="402000" cy="176100"/>
          </a:xfrm>
          <a:prstGeom prst="straightConnector1">
            <a:avLst/>
          </a:prstGeom>
          <a:noFill/>
          <a:ln cap="flat" cmpd="sng" w="19050">
            <a:solidFill>
              <a:schemeClr val="dk1"/>
            </a:solidFill>
            <a:prstDash val="dash"/>
            <a:round/>
            <a:headEnd len="med" w="med" type="none"/>
            <a:tailEnd len="med" w="med" type="none"/>
          </a:ln>
        </p:spPr>
      </p:cxnSp>
      <p:cxnSp>
        <p:nvCxnSpPr>
          <p:cNvPr id="885" name="Google Shape;885;p91"/>
          <p:cNvCxnSpPr/>
          <p:nvPr/>
        </p:nvCxnSpPr>
        <p:spPr>
          <a:xfrm flipH="1" rot="10800000">
            <a:off x="2921850" y="3006525"/>
            <a:ext cx="558300" cy="223500"/>
          </a:xfrm>
          <a:prstGeom prst="straightConnector1">
            <a:avLst/>
          </a:prstGeom>
          <a:noFill/>
          <a:ln cap="flat" cmpd="sng" w="19050">
            <a:solidFill>
              <a:schemeClr val="dk1"/>
            </a:solidFill>
            <a:prstDash val="dash"/>
            <a:round/>
            <a:headEnd len="med" w="med" type="none"/>
            <a:tailEnd len="med" w="med" type="none"/>
          </a:ln>
        </p:spPr>
      </p:cxnSp>
      <p:cxnSp>
        <p:nvCxnSpPr>
          <p:cNvPr id="886" name="Google Shape;886;p91"/>
          <p:cNvCxnSpPr/>
          <p:nvPr/>
        </p:nvCxnSpPr>
        <p:spPr>
          <a:xfrm flipH="1">
            <a:off x="3414000" y="3006775"/>
            <a:ext cx="57000" cy="381900"/>
          </a:xfrm>
          <a:prstGeom prst="straightConnector1">
            <a:avLst/>
          </a:prstGeom>
          <a:noFill/>
          <a:ln cap="flat" cmpd="sng" w="19050">
            <a:solidFill>
              <a:schemeClr val="dk1"/>
            </a:solidFill>
            <a:prstDash val="dash"/>
            <a:round/>
            <a:headEnd len="med" w="med" type="none"/>
            <a:tailEnd len="med" w="med" type="none"/>
          </a:ln>
        </p:spPr>
      </p:cxnSp>
      <p:sp>
        <p:nvSpPr>
          <p:cNvPr id="887" name="Google Shape;887;p91"/>
          <p:cNvSpPr/>
          <p:nvPr/>
        </p:nvSpPr>
        <p:spPr>
          <a:xfrm>
            <a:off x="3786275" y="3082525"/>
            <a:ext cx="196500" cy="158700"/>
          </a:xfrm>
          <a:prstGeom prst="triangle">
            <a:avLst>
              <a:gd fmla="val 50000" name="adj"/>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888" name="Google Shape;888;p91"/>
          <p:cNvSpPr/>
          <p:nvPr/>
        </p:nvSpPr>
        <p:spPr>
          <a:xfrm>
            <a:off x="3316600" y="3282125"/>
            <a:ext cx="196500" cy="158700"/>
          </a:xfrm>
          <a:prstGeom prst="triangle">
            <a:avLst>
              <a:gd fmla="val 50000" name="adj"/>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889" name="Google Shape;889;p91"/>
          <p:cNvSpPr/>
          <p:nvPr/>
        </p:nvSpPr>
        <p:spPr>
          <a:xfrm>
            <a:off x="2869675" y="3110775"/>
            <a:ext cx="196500" cy="158700"/>
          </a:xfrm>
          <a:prstGeom prst="triangle">
            <a:avLst>
              <a:gd fmla="val 50000" name="adj"/>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890" name="Google Shape;890;p91"/>
          <p:cNvSpPr/>
          <p:nvPr/>
        </p:nvSpPr>
        <p:spPr>
          <a:xfrm>
            <a:off x="3532625" y="2564450"/>
            <a:ext cx="196500" cy="158700"/>
          </a:xfrm>
          <a:prstGeom prst="triangle">
            <a:avLst>
              <a:gd fmla="val 50000" name="adj"/>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891" name="Google Shape;891;p91"/>
          <p:cNvSpPr/>
          <p:nvPr/>
        </p:nvSpPr>
        <p:spPr>
          <a:xfrm>
            <a:off x="3001775" y="2705038"/>
            <a:ext cx="137700" cy="1377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494D"/>
        </a:solidFill>
      </p:bgPr>
    </p:bg>
    <p:spTree>
      <p:nvGrpSpPr>
        <p:cNvPr id="895" name="Shape 895"/>
        <p:cNvGrpSpPr/>
        <p:nvPr/>
      </p:nvGrpSpPr>
      <p:grpSpPr>
        <a:xfrm>
          <a:off x="0" y="0"/>
          <a:ext cx="0" cy="0"/>
          <a:chOff x="0" y="0"/>
          <a:chExt cx="0" cy="0"/>
        </a:xfrm>
      </p:grpSpPr>
      <p:sp>
        <p:nvSpPr>
          <p:cNvPr id="896" name="Google Shape;896;p92"/>
          <p:cNvSpPr txBox="1"/>
          <p:nvPr>
            <p:ph idx="12" type="sldNum"/>
          </p:nvPr>
        </p:nvSpPr>
        <p:spPr>
          <a:xfrm>
            <a:off x="6946325" y="4767263"/>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
                <a:solidFill>
                  <a:schemeClr val="lt1"/>
                </a:solidFill>
              </a:rPr>
              <a:t>‹#›</a:t>
            </a:fld>
            <a:endParaRPr>
              <a:solidFill>
                <a:schemeClr val="lt1"/>
              </a:solidFill>
            </a:endParaRPr>
          </a:p>
        </p:txBody>
      </p:sp>
      <p:pic>
        <p:nvPicPr>
          <p:cNvPr id="897" name="Google Shape;897;p92"/>
          <p:cNvPicPr preferRelativeResize="0"/>
          <p:nvPr/>
        </p:nvPicPr>
        <p:blipFill>
          <a:blip r:embed="rId3">
            <a:alphaModFix/>
          </a:blip>
          <a:stretch>
            <a:fillRect/>
          </a:stretch>
        </p:blipFill>
        <p:spPr>
          <a:xfrm>
            <a:off x="1397237" y="841775"/>
            <a:ext cx="6349526" cy="4151600"/>
          </a:xfrm>
          <a:prstGeom prst="rect">
            <a:avLst/>
          </a:prstGeom>
          <a:noFill/>
          <a:ln>
            <a:noFill/>
          </a:ln>
        </p:spPr>
      </p:pic>
      <p:sp>
        <p:nvSpPr>
          <p:cNvPr id="898" name="Google Shape;898;p92"/>
          <p:cNvSpPr txBox="1"/>
          <p:nvPr/>
        </p:nvSpPr>
        <p:spPr>
          <a:xfrm>
            <a:off x="592525" y="82125"/>
            <a:ext cx="8320500" cy="69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900">
                <a:solidFill>
                  <a:schemeClr val="lt1"/>
                </a:solidFill>
                <a:latin typeface="Newsreader"/>
                <a:ea typeface="Newsreader"/>
                <a:cs typeface="Newsreader"/>
                <a:sym typeface="Newsreader"/>
              </a:rPr>
              <a:t>Tree/Random Forest Using Binary Classifiers</a:t>
            </a:r>
            <a:endParaRPr b="1" sz="2900">
              <a:solidFill>
                <a:schemeClr val="lt1"/>
              </a:solidFill>
              <a:latin typeface="Newsreader"/>
              <a:ea typeface="Newsreader"/>
              <a:cs typeface="Newsreader"/>
              <a:sym typeface="Newsreade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2" name="Shape 902"/>
        <p:cNvGrpSpPr/>
        <p:nvPr/>
      </p:nvGrpSpPr>
      <p:grpSpPr>
        <a:xfrm>
          <a:off x="0" y="0"/>
          <a:ext cx="0" cy="0"/>
          <a:chOff x="0" y="0"/>
          <a:chExt cx="0" cy="0"/>
        </a:xfrm>
      </p:grpSpPr>
      <p:sp>
        <p:nvSpPr>
          <p:cNvPr id="903" name="Google Shape;903;p93"/>
          <p:cNvSpPr txBox="1"/>
          <p:nvPr>
            <p:ph idx="12" type="sldNum"/>
          </p:nvPr>
        </p:nvSpPr>
        <p:spPr>
          <a:xfrm>
            <a:off x="8392625" y="4780325"/>
            <a:ext cx="548700" cy="234000"/>
          </a:xfrm>
          <a:prstGeom prst="rect">
            <a:avLst/>
          </a:prstGeom>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04" name="Google Shape;904;p93"/>
          <p:cNvSpPr txBox="1"/>
          <p:nvPr>
            <p:ph type="title"/>
          </p:nvPr>
        </p:nvSpPr>
        <p:spPr>
          <a:xfrm>
            <a:off x="209100" y="174225"/>
            <a:ext cx="7443000" cy="49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Logistic Regression</a:t>
            </a:r>
            <a:endParaRPr/>
          </a:p>
        </p:txBody>
      </p:sp>
      <p:cxnSp>
        <p:nvCxnSpPr>
          <p:cNvPr id="905" name="Google Shape;905;p93"/>
          <p:cNvCxnSpPr/>
          <p:nvPr/>
        </p:nvCxnSpPr>
        <p:spPr>
          <a:xfrm flipH="1" rot="10800000">
            <a:off x="3529000" y="1211800"/>
            <a:ext cx="12000" cy="2911800"/>
          </a:xfrm>
          <a:prstGeom prst="straightConnector1">
            <a:avLst/>
          </a:prstGeom>
          <a:noFill/>
          <a:ln cap="flat" cmpd="sng" w="9525">
            <a:solidFill>
              <a:schemeClr val="dk1"/>
            </a:solidFill>
            <a:prstDash val="solid"/>
            <a:round/>
            <a:headEnd len="med" w="med" type="none"/>
            <a:tailEnd len="med" w="med" type="triangle"/>
          </a:ln>
        </p:spPr>
      </p:cxnSp>
      <p:cxnSp>
        <p:nvCxnSpPr>
          <p:cNvPr id="906" name="Google Shape;906;p93"/>
          <p:cNvCxnSpPr/>
          <p:nvPr/>
        </p:nvCxnSpPr>
        <p:spPr>
          <a:xfrm flipH="1" rot="10800000">
            <a:off x="3529000" y="4090000"/>
            <a:ext cx="3347400" cy="33600"/>
          </a:xfrm>
          <a:prstGeom prst="straightConnector1">
            <a:avLst/>
          </a:prstGeom>
          <a:noFill/>
          <a:ln cap="flat" cmpd="sng" w="9525">
            <a:solidFill>
              <a:schemeClr val="dk1"/>
            </a:solidFill>
            <a:prstDash val="solid"/>
            <a:round/>
            <a:headEnd len="med" w="med" type="none"/>
            <a:tailEnd len="med" w="med" type="triangle"/>
          </a:ln>
        </p:spPr>
      </p:cxnSp>
      <p:sp>
        <p:nvSpPr>
          <p:cNvPr id="907" name="Google Shape;907;p93"/>
          <p:cNvSpPr/>
          <p:nvPr/>
        </p:nvSpPr>
        <p:spPr>
          <a:xfrm>
            <a:off x="4890025" y="1689975"/>
            <a:ext cx="137700" cy="1377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908" name="Google Shape;908;p93"/>
          <p:cNvCxnSpPr/>
          <p:nvPr/>
        </p:nvCxnSpPr>
        <p:spPr>
          <a:xfrm>
            <a:off x="3472150" y="1758825"/>
            <a:ext cx="125700" cy="0"/>
          </a:xfrm>
          <a:prstGeom prst="straightConnector1">
            <a:avLst/>
          </a:prstGeom>
          <a:noFill/>
          <a:ln cap="flat" cmpd="sng" w="9525">
            <a:solidFill>
              <a:schemeClr val="dk1"/>
            </a:solidFill>
            <a:prstDash val="solid"/>
            <a:round/>
            <a:headEnd len="med" w="med" type="none"/>
            <a:tailEnd len="med" w="med" type="none"/>
          </a:ln>
        </p:spPr>
      </p:cxnSp>
      <p:cxnSp>
        <p:nvCxnSpPr>
          <p:cNvPr id="909" name="Google Shape;909;p93"/>
          <p:cNvCxnSpPr/>
          <p:nvPr/>
        </p:nvCxnSpPr>
        <p:spPr>
          <a:xfrm>
            <a:off x="3472150" y="3788475"/>
            <a:ext cx="125700" cy="0"/>
          </a:xfrm>
          <a:prstGeom prst="straightConnector1">
            <a:avLst/>
          </a:prstGeom>
          <a:noFill/>
          <a:ln cap="flat" cmpd="sng" w="9525">
            <a:solidFill>
              <a:schemeClr val="dk1"/>
            </a:solidFill>
            <a:prstDash val="solid"/>
            <a:round/>
            <a:headEnd len="med" w="med" type="none"/>
            <a:tailEnd len="med" w="med" type="none"/>
          </a:ln>
        </p:spPr>
      </p:cxnSp>
      <p:sp>
        <p:nvSpPr>
          <p:cNvPr id="910" name="Google Shape;910;p93"/>
          <p:cNvSpPr txBox="1"/>
          <p:nvPr/>
        </p:nvSpPr>
        <p:spPr>
          <a:xfrm>
            <a:off x="2237350" y="1607675"/>
            <a:ext cx="11412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chemeClr val="lt1"/>
              </a:solidFill>
              <a:latin typeface="DM Sans"/>
              <a:ea typeface="DM Sans"/>
              <a:cs typeface="DM Sans"/>
              <a:sym typeface="DM Sans"/>
            </a:endParaRPr>
          </a:p>
        </p:txBody>
      </p:sp>
      <p:sp>
        <p:nvSpPr>
          <p:cNvPr id="911" name="Google Shape;911;p93"/>
          <p:cNvSpPr txBox="1"/>
          <p:nvPr/>
        </p:nvSpPr>
        <p:spPr>
          <a:xfrm>
            <a:off x="2483300" y="1551075"/>
            <a:ext cx="9888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1"/>
                </a:solidFill>
                <a:latin typeface="DM Sans"/>
                <a:ea typeface="DM Sans"/>
                <a:cs typeface="DM Sans"/>
                <a:sym typeface="DM Sans"/>
              </a:rPr>
              <a:t>Virus (1)</a:t>
            </a:r>
            <a:endParaRPr sz="1500">
              <a:solidFill>
                <a:schemeClr val="dk1"/>
              </a:solidFill>
              <a:latin typeface="DM Sans"/>
              <a:ea typeface="DM Sans"/>
              <a:cs typeface="DM Sans"/>
              <a:sym typeface="DM Sans"/>
            </a:endParaRPr>
          </a:p>
        </p:txBody>
      </p:sp>
      <p:sp>
        <p:nvSpPr>
          <p:cNvPr id="912" name="Google Shape;912;p93"/>
          <p:cNvSpPr txBox="1"/>
          <p:nvPr/>
        </p:nvSpPr>
        <p:spPr>
          <a:xfrm>
            <a:off x="2173700" y="3580725"/>
            <a:ext cx="12984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1"/>
                </a:solidFill>
                <a:latin typeface="DM Sans"/>
                <a:ea typeface="DM Sans"/>
                <a:cs typeface="DM Sans"/>
                <a:sym typeface="DM Sans"/>
              </a:rPr>
              <a:t>Bacteria (0)</a:t>
            </a:r>
            <a:endParaRPr sz="1500">
              <a:solidFill>
                <a:schemeClr val="dk1"/>
              </a:solidFill>
              <a:latin typeface="DM Sans"/>
              <a:ea typeface="DM Sans"/>
              <a:cs typeface="DM Sans"/>
              <a:sym typeface="DM Sans"/>
            </a:endParaRPr>
          </a:p>
        </p:txBody>
      </p:sp>
      <p:sp>
        <p:nvSpPr>
          <p:cNvPr id="913" name="Google Shape;913;p93"/>
          <p:cNvSpPr/>
          <p:nvPr/>
        </p:nvSpPr>
        <p:spPr>
          <a:xfrm>
            <a:off x="5374925" y="1689975"/>
            <a:ext cx="137700" cy="1377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914" name="Google Shape;914;p93"/>
          <p:cNvSpPr/>
          <p:nvPr/>
        </p:nvSpPr>
        <p:spPr>
          <a:xfrm>
            <a:off x="5760950" y="1689975"/>
            <a:ext cx="137700" cy="1377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915" name="Google Shape;915;p93"/>
          <p:cNvSpPr/>
          <p:nvPr/>
        </p:nvSpPr>
        <p:spPr>
          <a:xfrm>
            <a:off x="5512625" y="1689975"/>
            <a:ext cx="137700" cy="1377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916" name="Google Shape;916;p93"/>
          <p:cNvSpPr/>
          <p:nvPr/>
        </p:nvSpPr>
        <p:spPr>
          <a:xfrm>
            <a:off x="5859825" y="1689975"/>
            <a:ext cx="137700" cy="1377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917" name="Google Shape;917;p93"/>
          <p:cNvSpPr/>
          <p:nvPr/>
        </p:nvSpPr>
        <p:spPr>
          <a:xfrm>
            <a:off x="5997525" y="1689975"/>
            <a:ext cx="137700" cy="1377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918" name="Google Shape;918;p93"/>
          <p:cNvSpPr/>
          <p:nvPr/>
        </p:nvSpPr>
        <p:spPr>
          <a:xfrm>
            <a:off x="6146975" y="1689975"/>
            <a:ext cx="137700" cy="1377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919" name="Google Shape;919;p93"/>
          <p:cNvSpPr/>
          <p:nvPr/>
        </p:nvSpPr>
        <p:spPr>
          <a:xfrm>
            <a:off x="6090925" y="1689975"/>
            <a:ext cx="137700" cy="1377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920" name="Google Shape;920;p93"/>
          <p:cNvSpPr/>
          <p:nvPr/>
        </p:nvSpPr>
        <p:spPr>
          <a:xfrm>
            <a:off x="6234100" y="1689975"/>
            <a:ext cx="137700" cy="1377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921" name="Google Shape;921;p93"/>
          <p:cNvSpPr/>
          <p:nvPr/>
        </p:nvSpPr>
        <p:spPr>
          <a:xfrm>
            <a:off x="6371800" y="1689975"/>
            <a:ext cx="137700" cy="1377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922" name="Google Shape;922;p93"/>
          <p:cNvSpPr/>
          <p:nvPr/>
        </p:nvSpPr>
        <p:spPr>
          <a:xfrm>
            <a:off x="3685125" y="3719625"/>
            <a:ext cx="137700" cy="1377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923" name="Google Shape;923;p93"/>
          <p:cNvSpPr/>
          <p:nvPr/>
        </p:nvSpPr>
        <p:spPr>
          <a:xfrm>
            <a:off x="3822825" y="3719625"/>
            <a:ext cx="137700" cy="1377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924" name="Google Shape;924;p93"/>
          <p:cNvSpPr/>
          <p:nvPr/>
        </p:nvSpPr>
        <p:spPr>
          <a:xfrm>
            <a:off x="3874725" y="3719625"/>
            <a:ext cx="137700" cy="1377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925" name="Google Shape;925;p93"/>
          <p:cNvSpPr/>
          <p:nvPr/>
        </p:nvSpPr>
        <p:spPr>
          <a:xfrm>
            <a:off x="4012425" y="3719625"/>
            <a:ext cx="137700" cy="1377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926" name="Google Shape;926;p93"/>
          <p:cNvSpPr/>
          <p:nvPr/>
        </p:nvSpPr>
        <p:spPr>
          <a:xfrm>
            <a:off x="4176075" y="3719625"/>
            <a:ext cx="137700" cy="1377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927" name="Google Shape;927;p93"/>
          <p:cNvSpPr/>
          <p:nvPr/>
        </p:nvSpPr>
        <p:spPr>
          <a:xfrm>
            <a:off x="4339725" y="3719625"/>
            <a:ext cx="137700" cy="1377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928" name="Google Shape;928;p93"/>
          <p:cNvSpPr/>
          <p:nvPr/>
        </p:nvSpPr>
        <p:spPr>
          <a:xfrm>
            <a:off x="4064325" y="3719625"/>
            <a:ext cx="137700" cy="1377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929" name="Google Shape;929;p93"/>
          <p:cNvSpPr/>
          <p:nvPr/>
        </p:nvSpPr>
        <p:spPr>
          <a:xfrm>
            <a:off x="4253925" y="3719625"/>
            <a:ext cx="137700" cy="1377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930" name="Google Shape;930;p93"/>
          <p:cNvSpPr/>
          <p:nvPr/>
        </p:nvSpPr>
        <p:spPr>
          <a:xfrm>
            <a:off x="4529325" y="3719625"/>
            <a:ext cx="137700" cy="1377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931" name="Google Shape;931;p93"/>
          <p:cNvSpPr/>
          <p:nvPr/>
        </p:nvSpPr>
        <p:spPr>
          <a:xfrm>
            <a:off x="4882575" y="3719625"/>
            <a:ext cx="137700" cy="1377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932" name="Google Shape;932;p93"/>
          <p:cNvSpPr/>
          <p:nvPr/>
        </p:nvSpPr>
        <p:spPr>
          <a:xfrm>
            <a:off x="3529350" y="1758825"/>
            <a:ext cx="2942175" cy="2030747"/>
          </a:xfrm>
          <a:custGeom>
            <a:rect b="b" l="l" r="r" t="t"/>
            <a:pathLst>
              <a:path extrusionOk="0" h="81918" w="117687">
                <a:moveTo>
                  <a:pt x="0" y="81521"/>
                </a:moveTo>
                <a:cubicBezTo>
                  <a:pt x="6491" y="81521"/>
                  <a:pt x="30621" y="82368"/>
                  <a:pt x="38947" y="81521"/>
                </a:cubicBezTo>
                <a:cubicBezTo>
                  <a:pt x="47273" y="80674"/>
                  <a:pt x="46850" y="79593"/>
                  <a:pt x="49954" y="76441"/>
                </a:cubicBezTo>
                <a:cubicBezTo>
                  <a:pt x="53059" y="73290"/>
                  <a:pt x="55175" y="70749"/>
                  <a:pt x="57574" y="62612"/>
                </a:cubicBezTo>
                <a:cubicBezTo>
                  <a:pt x="59973" y="54475"/>
                  <a:pt x="61854" y="37024"/>
                  <a:pt x="64347" y="27617"/>
                </a:cubicBezTo>
                <a:cubicBezTo>
                  <a:pt x="66840" y="18210"/>
                  <a:pt x="69239" y="10684"/>
                  <a:pt x="72531" y="6168"/>
                </a:cubicBezTo>
                <a:cubicBezTo>
                  <a:pt x="75824" y="1652"/>
                  <a:pt x="76576" y="1511"/>
                  <a:pt x="84102" y="523"/>
                </a:cubicBezTo>
                <a:cubicBezTo>
                  <a:pt x="91628" y="-465"/>
                  <a:pt x="112090" y="288"/>
                  <a:pt x="117687" y="241"/>
                </a:cubicBezTo>
              </a:path>
            </a:pathLst>
          </a:custGeom>
          <a:noFill/>
          <a:ln cap="flat" cmpd="sng" w="28575">
            <a:solidFill>
              <a:srgbClr val="E06666"/>
            </a:solidFill>
            <a:prstDash val="lgDash"/>
            <a:round/>
            <a:headEnd len="med" w="med" type="none"/>
            <a:tailEnd len="med" w="med" type="none"/>
          </a:ln>
        </p:spPr>
      </p:sp>
      <p:sp>
        <p:nvSpPr>
          <p:cNvPr id="933" name="Google Shape;933;p93"/>
          <p:cNvSpPr txBox="1"/>
          <p:nvPr/>
        </p:nvSpPr>
        <p:spPr>
          <a:xfrm>
            <a:off x="4028350" y="4194125"/>
            <a:ext cx="23487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1"/>
                </a:solidFill>
                <a:latin typeface="DM Sans"/>
                <a:ea typeface="DM Sans"/>
                <a:cs typeface="DM Sans"/>
                <a:sym typeface="DM Sans"/>
              </a:rPr>
              <a:t>Embedding based Value</a:t>
            </a:r>
            <a:endParaRPr sz="1500">
              <a:solidFill>
                <a:schemeClr val="dk1"/>
              </a:solidFill>
              <a:latin typeface="DM Sans"/>
              <a:ea typeface="DM Sans"/>
              <a:cs typeface="DM Sans"/>
              <a:sym typeface="DM Sans"/>
            </a:endParaRPr>
          </a:p>
        </p:txBody>
      </p:sp>
      <p:sp>
        <p:nvSpPr>
          <p:cNvPr id="934" name="Google Shape;934;p93"/>
          <p:cNvSpPr/>
          <p:nvPr/>
        </p:nvSpPr>
        <p:spPr>
          <a:xfrm>
            <a:off x="5183925" y="3671225"/>
            <a:ext cx="238140" cy="234036"/>
          </a:xfrm>
          <a:prstGeom prst="cloud">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935" name="Google Shape;935;p93"/>
          <p:cNvCxnSpPr/>
          <p:nvPr/>
        </p:nvCxnSpPr>
        <p:spPr>
          <a:xfrm flipH="1">
            <a:off x="5488250" y="3486600"/>
            <a:ext cx="410400" cy="198000"/>
          </a:xfrm>
          <a:prstGeom prst="straightConnector1">
            <a:avLst/>
          </a:prstGeom>
          <a:noFill/>
          <a:ln cap="flat" cmpd="sng" w="9525">
            <a:solidFill>
              <a:schemeClr val="dk1"/>
            </a:solidFill>
            <a:prstDash val="solid"/>
            <a:round/>
            <a:headEnd len="med" w="med" type="none"/>
            <a:tailEnd len="med" w="med" type="triangle"/>
          </a:ln>
        </p:spPr>
      </p:cxnSp>
      <p:sp>
        <p:nvSpPr>
          <p:cNvPr id="936" name="Google Shape;936;p93"/>
          <p:cNvSpPr txBox="1"/>
          <p:nvPr/>
        </p:nvSpPr>
        <p:spPr>
          <a:xfrm>
            <a:off x="5853175" y="3243675"/>
            <a:ext cx="7881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DM Sans"/>
                <a:ea typeface="DM Sans"/>
                <a:cs typeface="DM Sans"/>
                <a:sym typeface="DM Sans"/>
              </a:rPr>
              <a:t>Unknown Sample</a:t>
            </a:r>
            <a:endParaRPr sz="1000">
              <a:solidFill>
                <a:schemeClr val="dk1"/>
              </a:solidFill>
              <a:latin typeface="DM Sans"/>
              <a:ea typeface="DM Sans"/>
              <a:cs typeface="DM Sans"/>
              <a:sym typeface="DM Sans"/>
            </a:endParaRPr>
          </a:p>
        </p:txBody>
      </p:sp>
      <p:cxnSp>
        <p:nvCxnSpPr>
          <p:cNvPr id="937" name="Google Shape;937;p93"/>
          <p:cNvCxnSpPr>
            <a:stCxn id="934" idx="3"/>
          </p:cNvCxnSpPr>
          <p:nvPr/>
        </p:nvCxnSpPr>
        <p:spPr>
          <a:xfrm flipH="1" rot="10800000">
            <a:off x="5302995" y="1938306"/>
            <a:ext cx="14400" cy="1746300"/>
          </a:xfrm>
          <a:prstGeom prst="straightConnector1">
            <a:avLst/>
          </a:prstGeom>
          <a:noFill/>
          <a:ln cap="flat" cmpd="sng" w="19050">
            <a:solidFill>
              <a:srgbClr val="FF9900"/>
            </a:solidFill>
            <a:prstDash val="solid"/>
            <a:round/>
            <a:headEnd len="med" w="med" type="none"/>
            <a:tailEnd len="med" w="med" type="none"/>
          </a:ln>
        </p:spPr>
      </p:cxnSp>
      <p:sp>
        <p:nvSpPr>
          <p:cNvPr id="938" name="Google Shape;938;p93"/>
          <p:cNvSpPr/>
          <p:nvPr/>
        </p:nvSpPr>
        <p:spPr>
          <a:xfrm>
            <a:off x="5256425" y="1895400"/>
            <a:ext cx="118500" cy="115800"/>
          </a:xfrm>
          <a:prstGeom prst="ellipse">
            <a:avLst/>
          </a:prstGeom>
          <a:solidFill>
            <a:srgbClr val="FFC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939" name="Google Shape;939;p93"/>
          <p:cNvCxnSpPr/>
          <p:nvPr/>
        </p:nvCxnSpPr>
        <p:spPr>
          <a:xfrm rot="10800000">
            <a:off x="5421925" y="2009825"/>
            <a:ext cx="529800" cy="235800"/>
          </a:xfrm>
          <a:prstGeom prst="straightConnector1">
            <a:avLst/>
          </a:prstGeom>
          <a:noFill/>
          <a:ln cap="flat" cmpd="sng" w="9525">
            <a:solidFill>
              <a:schemeClr val="dk1"/>
            </a:solidFill>
            <a:prstDash val="solid"/>
            <a:round/>
            <a:headEnd len="med" w="med" type="none"/>
            <a:tailEnd len="med" w="med" type="triangle"/>
          </a:ln>
        </p:spPr>
      </p:cxnSp>
      <p:sp>
        <p:nvSpPr>
          <p:cNvPr id="940" name="Google Shape;940;p93"/>
          <p:cNvSpPr txBox="1"/>
          <p:nvPr/>
        </p:nvSpPr>
        <p:spPr>
          <a:xfrm>
            <a:off x="5989348" y="2011200"/>
            <a:ext cx="748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DM Sans"/>
                <a:ea typeface="DM Sans"/>
                <a:cs typeface="DM Sans"/>
                <a:sym typeface="DM Sans"/>
              </a:rPr>
              <a:t>P(Virus)</a:t>
            </a:r>
            <a:endParaRPr sz="1000">
              <a:solidFill>
                <a:schemeClr val="dk1"/>
              </a:solidFill>
              <a:latin typeface="DM Sans"/>
              <a:ea typeface="DM Sans"/>
              <a:cs typeface="DM Sans"/>
              <a:sym typeface="DM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4" name="Shape 944"/>
        <p:cNvGrpSpPr/>
        <p:nvPr/>
      </p:nvGrpSpPr>
      <p:grpSpPr>
        <a:xfrm>
          <a:off x="0" y="0"/>
          <a:ext cx="0" cy="0"/>
          <a:chOff x="0" y="0"/>
          <a:chExt cx="0" cy="0"/>
        </a:xfrm>
      </p:grpSpPr>
      <p:sp>
        <p:nvSpPr>
          <p:cNvPr id="945" name="Google Shape;945;p94"/>
          <p:cNvSpPr txBox="1"/>
          <p:nvPr>
            <p:ph idx="12" type="sldNum"/>
          </p:nvPr>
        </p:nvSpPr>
        <p:spPr>
          <a:xfrm>
            <a:off x="8502325" y="4779950"/>
            <a:ext cx="548700" cy="234000"/>
          </a:xfrm>
          <a:prstGeom prst="rect">
            <a:avLst/>
          </a:prstGeom>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46" name="Google Shape;946;p94"/>
          <p:cNvSpPr txBox="1"/>
          <p:nvPr>
            <p:ph type="title"/>
          </p:nvPr>
        </p:nvSpPr>
        <p:spPr>
          <a:xfrm>
            <a:off x="295350" y="369300"/>
            <a:ext cx="6974700" cy="49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SVC with Linear Kernel</a:t>
            </a:r>
            <a:endParaRPr/>
          </a:p>
        </p:txBody>
      </p:sp>
      <p:cxnSp>
        <p:nvCxnSpPr>
          <p:cNvPr id="947" name="Google Shape;947;p94"/>
          <p:cNvCxnSpPr/>
          <p:nvPr/>
        </p:nvCxnSpPr>
        <p:spPr>
          <a:xfrm flipH="1" rot="10800000">
            <a:off x="1463575" y="1499525"/>
            <a:ext cx="12000" cy="2911800"/>
          </a:xfrm>
          <a:prstGeom prst="straightConnector1">
            <a:avLst/>
          </a:prstGeom>
          <a:noFill/>
          <a:ln cap="flat" cmpd="sng" w="9525">
            <a:solidFill>
              <a:schemeClr val="dk1"/>
            </a:solidFill>
            <a:prstDash val="solid"/>
            <a:round/>
            <a:headEnd len="med" w="med" type="none"/>
            <a:tailEnd len="med" w="med" type="triangle"/>
          </a:ln>
        </p:spPr>
      </p:cxnSp>
      <p:cxnSp>
        <p:nvCxnSpPr>
          <p:cNvPr id="948" name="Google Shape;948;p94"/>
          <p:cNvCxnSpPr/>
          <p:nvPr/>
        </p:nvCxnSpPr>
        <p:spPr>
          <a:xfrm flipH="1" rot="10800000">
            <a:off x="1463575" y="4377725"/>
            <a:ext cx="3347400" cy="33600"/>
          </a:xfrm>
          <a:prstGeom prst="straightConnector1">
            <a:avLst/>
          </a:prstGeom>
          <a:noFill/>
          <a:ln cap="flat" cmpd="sng" w="9525">
            <a:solidFill>
              <a:schemeClr val="dk1"/>
            </a:solidFill>
            <a:prstDash val="solid"/>
            <a:round/>
            <a:headEnd len="med" w="med" type="none"/>
            <a:tailEnd len="med" w="med" type="triangle"/>
          </a:ln>
        </p:spPr>
      </p:cxnSp>
      <p:sp>
        <p:nvSpPr>
          <p:cNvPr id="949" name="Google Shape;949;p94"/>
          <p:cNvSpPr/>
          <p:nvPr/>
        </p:nvSpPr>
        <p:spPr>
          <a:xfrm>
            <a:off x="2348850" y="2795763"/>
            <a:ext cx="137700" cy="1377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950" name="Google Shape;950;p94"/>
          <p:cNvSpPr/>
          <p:nvPr/>
        </p:nvSpPr>
        <p:spPr>
          <a:xfrm>
            <a:off x="3139275" y="2435188"/>
            <a:ext cx="137700" cy="1377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951" name="Google Shape;951;p94"/>
          <p:cNvSpPr/>
          <p:nvPr/>
        </p:nvSpPr>
        <p:spPr>
          <a:xfrm>
            <a:off x="2486550" y="2350288"/>
            <a:ext cx="137700" cy="1377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952" name="Google Shape;952;p94"/>
          <p:cNvSpPr/>
          <p:nvPr/>
        </p:nvSpPr>
        <p:spPr>
          <a:xfrm>
            <a:off x="2796425" y="2625688"/>
            <a:ext cx="137700" cy="1377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953" name="Google Shape;953;p94"/>
          <p:cNvSpPr/>
          <p:nvPr/>
        </p:nvSpPr>
        <p:spPr>
          <a:xfrm>
            <a:off x="1808575" y="2487988"/>
            <a:ext cx="137700" cy="1377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954" name="Google Shape;954;p94"/>
          <p:cNvSpPr/>
          <p:nvPr/>
        </p:nvSpPr>
        <p:spPr>
          <a:xfrm>
            <a:off x="1863113" y="2212588"/>
            <a:ext cx="137700" cy="1377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955" name="Google Shape;955;p94"/>
          <p:cNvSpPr/>
          <p:nvPr/>
        </p:nvSpPr>
        <p:spPr>
          <a:xfrm>
            <a:off x="3068425" y="1874138"/>
            <a:ext cx="137700" cy="1377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956" name="Google Shape;956;p94"/>
          <p:cNvSpPr/>
          <p:nvPr/>
        </p:nvSpPr>
        <p:spPr>
          <a:xfrm>
            <a:off x="1912225" y="3366813"/>
            <a:ext cx="137700" cy="1377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957" name="Google Shape;957;p94"/>
          <p:cNvSpPr/>
          <p:nvPr/>
        </p:nvSpPr>
        <p:spPr>
          <a:xfrm>
            <a:off x="2259550" y="1971588"/>
            <a:ext cx="137700" cy="1377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958" name="Google Shape;958;p94"/>
          <p:cNvSpPr/>
          <p:nvPr/>
        </p:nvSpPr>
        <p:spPr>
          <a:xfrm>
            <a:off x="1603775" y="2933463"/>
            <a:ext cx="137700" cy="1377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959" name="Google Shape;959;p94"/>
          <p:cNvSpPr/>
          <p:nvPr/>
        </p:nvSpPr>
        <p:spPr>
          <a:xfrm>
            <a:off x="2397250" y="3241238"/>
            <a:ext cx="137700" cy="1377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960" name="Google Shape;960;p94"/>
          <p:cNvSpPr/>
          <p:nvPr/>
        </p:nvSpPr>
        <p:spPr>
          <a:xfrm>
            <a:off x="1808575" y="1850225"/>
            <a:ext cx="137700" cy="1377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961" name="Google Shape;961;p94"/>
          <p:cNvSpPr/>
          <p:nvPr/>
        </p:nvSpPr>
        <p:spPr>
          <a:xfrm>
            <a:off x="3135125" y="3617875"/>
            <a:ext cx="196500" cy="158700"/>
          </a:xfrm>
          <a:prstGeom prst="triangle">
            <a:avLst>
              <a:gd fmla="val 50000" name="adj"/>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962" name="Google Shape;962;p94"/>
          <p:cNvSpPr/>
          <p:nvPr/>
        </p:nvSpPr>
        <p:spPr>
          <a:xfrm>
            <a:off x="2457150" y="3932500"/>
            <a:ext cx="196500" cy="158700"/>
          </a:xfrm>
          <a:prstGeom prst="triangle">
            <a:avLst>
              <a:gd fmla="val 50000" name="adj"/>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963" name="Google Shape;963;p94"/>
          <p:cNvSpPr/>
          <p:nvPr/>
        </p:nvSpPr>
        <p:spPr>
          <a:xfrm>
            <a:off x="3842500" y="2405750"/>
            <a:ext cx="196500" cy="158700"/>
          </a:xfrm>
          <a:prstGeom prst="triangle">
            <a:avLst>
              <a:gd fmla="val 50000" name="adj"/>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964" name="Google Shape;964;p94"/>
          <p:cNvSpPr/>
          <p:nvPr/>
        </p:nvSpPr>
        <p:spPr>
          <a:xfrm>
            <a:off x="3797225" y="1787325"/>
            <a:ext cx="196500" cy="158700"/>
          </a:xfrm>
          <a:prstGeom prst="triangle">
            <a:avLst>
              <a:gd fmla="val 50000" name="adj"/>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965" name="Google Shape;965;p94"/>
          <p:cNvSpPr/>
          <p:nvPr/>
        </p:nvSpPr>
        <p:spPr>
          <a:xfrm>
            <a:off x="4229325" y="2109300"/>
            <a:ext cx="196500" cy="158700"/>
          </a:xfrm>
          <a:prstGeom prst="triangle">
            <a:avLst>
              <a:gd fmla="val 50000" name="adj"/>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966" name="Google Shape;966;p94"/>
          <p:cNvSpPr/>
          <p:nvPr/>
        </p:nvSpPr>
        <p:spPr>
          <a:xfrm>
            <a:off x="3982775" y="1982388"/>
            <a:ext cx="196500" cy="158700"/>
          </a:xfrm>
          <a:prstGeom prst="triangle">
            <a:avLst>
              <a:gd fmla="val 50000" name="adj"/>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967" name="Google Shape;967;p94"/>
          <p:cNvSpPr/>
          <p:nvPr/>
        </p:nvSpPr>
        <p:spPr>
          <a:xfrm>
            <a:off x="3066275" y="3997800"/>
            <a:ext cx="196500" cy="158700"/>
          </a:xfrm>
          <a:prstGeom prst="triangle">
            <a:avLst>
              <a:gd fmla="val 50000" name="adj"/>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968" name="Google Shape;968;p94"/>
          <p:cNvSpPr/>
          <p:nvPr/>
        </p:nvSpPr>
        <p:spPr>
          <a:xfrm>
            <a:off x="4039000" y="3839100"/>
            <a:ext cx="196500" cy="158700"/>
          </a:xfrm>
          <a:prstGeom prst="triangle">
            <a:avLst>
              <a:gd fmla="val 50000" name="adj"/>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969" name="Google Shape;969;p94"/>
          <p:cNvSpPr/>
          <p:nvPr/>
        </p:nvSpPr>
        <p:spPr>
          <a:xfrm>
            <a:off x="4107550" y="3455375"/>
            <a:ext cx="196500" cy="158700"/>
          </a:xfrm>
          <a:prstGeom prst="triangle">
            <a:avLst>
              <a:gd fmla="val 50000" name="adj"/>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970" name="Google Shape;970;p94"/>
          <p:cNvSpPr/>
          <p:nvPr/>
        </p:nvSpPr>
        <p:spPr>
          <a:xfrm>
            <a:off x="3589775" y="4091200"/>
            <a:ext cx="196500" cy="158700"/>
          </a:xfrm>
          <a:prstGeom prst="triangle">
            <a:avLst>
              <a:gd fmla="val 50000" name="adj"/>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971" name="Google Shape;971;p94"/>
          <p:cNvSpPr/>
          <p:nvPr/>
        </p:nvSpPr>
        <p:spPr>
          <a:xfrm>
            <a:off x="4425825" y="4091200"/>
            <a:ext cx="196500" cy="158700"/>
          </a:xfrm>
          <a:prstGeom prst="triangle">
            <a:avLst>
              <a:gd fmla="val 50000" name="adj"/>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972" name="Google Shape;972;p94"/>
          <p:cNvSpPr/>
          <p:nvPr/>
        </p:nvSpPr>
        <p:spPr>
          <a:xfrm>
            <a:off x="4229325" y="2782338"/>
            <a:ext cx="196500" cy="158700"/>
          </a:xfrm>
          <a:prstGeom prst="triangle">
            <a:avLst>
              <a:gd fmla="val 50000" name="adj"/>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973" name="Google Shape;973;p94"/>
          <p:cNvSpPr/>
          <p:nvPr/>
        </p:nvSpPr>
        <p:spPr>
          <a:xfrm>
            <a:off x="4375975" y="3100250"/>
            <a:ext cx="196500" cy="158700"/>
          </a:xfrm>
          <a:prstGeom prst="triangle">
            <a:avLst>
              <a:gd fmla="val 50000" name="adj"/>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974" name="Google Shape;974;p94"/>
          <p:cNvSpPr/>
          <p:nvPr/>
        </p:nvSpPr>
        <p:spPr>
          <a:xfrm>
            <a:off x="2207100" y="3686725"/>
            <a:ext cx="196500" cy="158700"/>
          </a:xfrm>
          <a:prstGeom prst="triangle">
            <a:avLst>
              <a:gd fmla="val 50000" name="adj"/>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975" name="Google Shape;975;p94"/>
          <p:cNvSpPr/>
          <p:nvPr/>
        </p:nvSpPr>
        <p:spPr>
          <a:xfrm>
            <a:off x="3532625" y="2109300"/>
            <a:ext cx="196500" cy="158700"/>
          </a:xfrm>
          <a:prstGeom prst="triangle">
            <a:avLst>
              <a:gd fmla="val 50000" name="adj"/>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976" name="Google Shape;976;p94"/>
          <p:cNvSpPr/>
          <p:nvPr/>
        </p:nvSpPr>
        <p:spPr>
          <a:xfrm>
            <a:off x="4375975" y="2445825"/>
            <a:ext cx="196500" cy="158700"/>
          </a:xfrm>
          <a:prstGeom prst="triangle">
            <a:avLst>
              <a:gd fmla="val 50000" name="adj"/>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977" name="Google Shape;977;p94"/>
          <p:cNvSpPr/>
          <p:nvPr/>
        </p:nvSpPr>
        <p:spPr>
          <a:xfrm>
            <a:off x="3786275" y="3082525"/>
            <a:ext cx="196500" cy="158700"/>
          </a:xfrm>
          <a:prstGeom prst="triangle">
            <a:avLst>
              <a:gd fmla="val 50000" name="adj"/>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978" name="Google Shape;978;p94"/>
          <p:cNvSpPr/>
          <p:nvPr/>
        </p:nvSpPr>
        <p:spPr>
          <a:xfrm>
            <a:off x="3316600" y="3282125"/>
            <a:ext cx="196500" cy="158700"/>
          </a:xfrm>
          <a:prstGeom prst="triangle">
            <a:avLst>
              <a:gd fmla="val 50000" name="adj"/>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979" name="Google Shape;979;p94"/>
          <p:cNvSpPr/>
          <p:nvPr/>
        </p:nvSpPr>
        <p:spPr>
          <a:xfrm>
            <a:off x="2869675" y="3110775"/>
            <a:ext cx="196500" cy="158700"/>
          </a:xfrm>
          <a:prstGeom prst="triangle">
            <a:avLst>
              <a:gd fmla="val 50000" name="adj"/>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980" name="Google Shape;980;p94"/>
          <p:cNvSpPr/>
          <p:nvPr/>
        </p:nvSpPr>
        <p:spPr>
          <a:xfrm>
            <a:off x="3532625" y="2564450"/>
            <a:ext cx="196500" cy="158700"/>
          </a:xfrm>
          <a:prstGeom prst="triangle">
            <a:avLst>
              <a:gd fmla="val 50000" name="adj"/>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981" name="Google Shape;981;p94"/>
          <p:cNvSpPr/>
          <p:nvPr/>
        </p:nvSpPr>
        <p:spPr>
          <a:xfrm>
            <a:off x="3001775" y="2705038"/>
            <a:ext cx="137700" cy="1377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982" name="Google Shape;982;p94"/>
          <p:cNvCxnSpPr/>
          <p:nvPr/>
        </p:nvCxnSpPr>
        <p:spPr>
          <a:xfrm flipH="1" rot="10800000">
            <a:off x="1557025" y="1191075"/>
            <a:ext cx="2889600" cy="3381900"/>
          </a:xfrm>
          <a:prstGeom prst="straightConnector1">
            <a:avLst/>
          </a:prstGeom>
          <a:noFill/>
          <a:ln cap="flat" cmpd="sng" w="9525">
            <a:solidFill>
              <a:schemeClr val="dk1"/>
            </a:solidFill>
            <a:prstDash val="dash"/>
            <a:round/>
            <a:headEnd len="med" w="med" type="none"/>
            <a:tailEnd len="med" w="med" type="none"/>
          </a:ln>
        </p:spPr>
      </p:cxnSp>
      <p:sp>
        <p:nvSpPr>
          <p:cNvPr id="983" name="Google Shape;983;p94"/>
          <p:cNvSpPr txBox="1"/>
          <p:nvPr/>
        </p:nvSpPr>
        <p:spPr>
          <a:xfrm>
            <a:off x="5281425" y="1135250"/>
            <a:ext cx="2418600" cy="1231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chemeClr val="dk1"/>
                </a:solidFill>
                <a:latin typeface="DM Sans"/>
                <a:ea typeface="DM Sans"/>
                <a:cs typeface="DM Sans"/>
                <a:sym typeface="DM Sans"/>
              </a:rPr>
              <a:t>Linear kernel:</a:t>
            </a:r>
            <a:r>
              <a:rPr lang="en" sz="1700">
                <a:solidFill>
                  <a:schemeClr val="dk1"/>
                </a:solidFill>
                <a:latin typeface="DM Sans"/>
                <a:ea typeface="DM Sans"/>
                <a:cs typeface="DM Sans"/>
                <a:sym typeface="DM Sans"/>
              </a:rPr>
              <a:t> a hyperplane splits the data to create a soft margin</a:t>
            </a:r>
            <a:endParaRPr sz="1700">
              <a:solidFill>
                <a:schemeClr val="dk1"/>
              </a:solidFill>
              <a:latin typeface="DM Sans"/>
              <a:ea typeface="DM Sans"/>
              <a:cs typeface="DM Sans"/>
              <a:sym typeface="DM Sans"/>
            </a:endParaRPr>
          </a:p>
        </p:txBody>
      </p:sp>
      <p:sp>
        <p:nvSpPr>
          <p:cNvPr id="984" name="Google Shape;984;p94"/>
          <p:cNvSpPr txBox="1"/>
          <p:nvPr/>
        </p:nvSpPr>
        <p:spPr>
          <a:xfrm>
            <a:off x="5281425" y="2694800"/>
            <a:ext cx="2418600" cy="96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dk1"/>
                </a:solidFill>
                <a:latin typeface="DM Sans"/>
                <a:ea typeface="DM Sans"/>
                <a:cs typeface="DM Sans"/>
                <a:sym typeface="DM Sans"/>
              </a:rPr>
              <a:t>Performs</a:t>
            </a:r>
            <a:r>
              <a:rPr lang="en" sz="1700">
                <a:solidFill>
                  <a:schemeClr val="dk1"/>
                </a:solidFill>
                <a:latin typeface="DM Sans"/>
                <a:ea typeface="DM Sans"/>
                <a:cs typeface="DM Sans"/>
                <a:sym typeface="DM Sans"/>
              </a:rPr>
              <a:t> well in high-dimensional applications</a:t>
            </a:r>
            <a:endParaRPr sz="1700">
              <a:solidFill>
                <a:schemeClr val="dk1"/>
              </a:solidFill>
              <a:latin typeface="DM Sans"/>
              <a:ea typeface="DM Sans"/>
              <a:cs typeface="DM Sans"/>
              <a:sym typeface="DM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494D"/>
        </a:solidFill>
      </p:bgPr>
    </p:bg>
    <p:spTree>
      <p:nvGrpSpPr>
        <p:cNvPr id="988" name="Shape 988"/>
        <p:cNvGrpSpPr/>
        <p:nvPr/>
      </p:nvGrpSpPr>
      <p:grpSpPr>
        <a:xfrm>
          <a:off x="0" y="0"/>
          <a:ext cx="0" cy="0"/>
          <a:chOff x="0" y="0"/>
          <a:chExt cx="0" cy="0"/>
        </a:xfrm>
      </p:grpSpPr>
      <p:sp>
        <p:nvSpPr>
          <p:cNvPr id="989" name="Google Shape;989;p95"/>
          <p:cNvSpPr txBox="1"/>
          <p:nvPr>
            <p:ph type="ctrTitle"/>
          </p:nvPr>
        </p:nvSpPr>
        <p:spPr>
          <a:xfrm>
            <a:off x="92400" y="1521650"/>
            <a:ext cx="8959200" cy="1790700"/>
          </a:xfrm>
          <a:prstGeom prst="rect">
            <a:avLst/>
          </a:prstGeom>
        </p:spPr>
        <p:txBody>
          <a:bodyPr anchorCtr="0" anchor="b" bIns="34275" lIns="68575" spcFirstLastPara="1" rIns="68575" wrap="square" tIns="34275">
            <a:normAutofit/>
          </a:bodyPr>
          <a:lstStyle/>
          <a:p>
            <a:pPr indent="0" lvl="0" marL="0" rtl="0" algn="ctr">
              <a:lnSpc>
                <a:spcPct val="100000"/>
              </a:lnSpc>
              <a:spcBef>
                <a:spcPts val="0"/>
              </a:spcBef>
              <a:spcAft>
                <a:spcPts val="0"/>
              </a:spcAft>
              <a:buClr>
                <a:schemeClr val="dk1"/>
              </a:buClr>
              <a:buSzPts val="1100"/>
              <a:buFont typeface="Arial"/>
              <a:buNone/>
            </a:pPr>
            <a:r>
              <a:rPr b="1" lang="en" sz="4300">
                <a:solidFill>
                  <a:schemeClr val="lt1"/>
                </a:solidFill>
                <a:latin typeface="Newsreader"/>
                <a:ea typeface="Newsreader"/>
                <a:cs typeface="Newsreader"/>
                <a:sym typeface="Newsreader"/>
              </a:rPr>
              <a:t>Differentiating between Binary Classifiers</a:t>
            </a:r>
            <a:endParaRPr b="1" sz="4300">
              <a:solidFill>
                <a:schemeClr val="lt1"/>
              </a:solidFill>
              <a:latin typeface="Newsreader"/>
              <a:ea typeface="Newsreader"/>
              <a:cs typeface="Newsreader"/>
              <a:sym typeface="Newsreader"/>
            </a:endParaRPr>
          </a:p>
        </p:txBody>
      </p:sp>
      <p:sp>
        <p:nvSpPr>
          <p:cNvPr id="990" name="Google Shape;990;p95"/>
          <p:cNvSpPr txBox="1"/>
          <p:nvPr>
            <p:ph idx="12" type="sldNum"/>
          </p:nvPr>
        </p:nvSpPr>
        <p:spPr>
          <a:xfrm>
            <a:off x="6457950" y="4767263"/>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4" name="Shape 994"/>
        <p:cNvGrpSpPr/>
        <p:nvPr/>
      </p:nvGrpSpPr>
      <p:grpSpPr>
        <a:xfrm>
          <a:off x="0" y="0"/>
          <a:ext cx="0" cy="0"/>
          <a:chOff x="0" y="0"/>
          <a:chExt cx="0" cy="0"/>
        </a:xfrm>
      </p:grpSpPr>
      <p:sp>
        <p:nvSpPr>
          <p:cNvPr id="995" name="Google Shape;995;p96"/>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996" name="Google Shape;996;p96"/>
          <p:cNvPicPr preferRelativeResize="0"/>
          <p:nvPr/>
        </p:nvPicPr>
        <p:blipFill>
          <a:blip r:embed="rId3">
            <a:alphaModFix/>
          </a:blip>
          <a:stretch>
            <a:fillRect/>
          </a:stretch>
        </p:blipFill>
        <p:spPr>
          <a:xfrm>
            <a:off x="1804425" y="256463"/>
            <a:ext cx="5441245" cy="463057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0" name="Shape 1000"/>
        <p:cNvGrpSpPr/>
        <p:nvPr/>
      </p:nvGrpSpPr>
      <p:grpSpPr>
        <a:xfrm>
          <a:off x="0" y="0"/>
          <a:ext cx="0" cy="0"/>
          <a:chOff x="0" y="0"/>
          <a:chExt cx="0" cy="0"/>
        </a:xfrm>
      </p:grpSpPr>
      <p:sp>
        <p:nvSpPr>
          <p:cNvPr id="1001" name="Google Shape;1001;p97"/>
          <p:cNvSpPr txBox="1"/>
          <p:nvPr>
            <p:ph idx="12" type="sldNum"/>
          </p:nvPr>
        </p:nvSpPr>
        <p:spPr>
          <a:xfrm>
            <a:off x="8421475" y="4779950"/>
            <a:ext cx="548700" cy="234000"/>
          </a:xfrm>
          <a:prstGeom prst="rect">
            <a:avLst/>
          </a:prstGeom>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002" name="Google Shape;1002;p97"/>
          <p:cNvPicPr preferRelativeResize="0"/>
          <p:nvPr/>
        </p:nvPicPr>
        <p:blipFill>
          <a:blip r:embed="rId3">
            <a:alphaModFix/>
          </a:blip>
          <a:stretch>
            <a:fillRect/>
          </a:stretch>
        </p:blipFill>
        <p:spPr>
          <a:xfrm>
            <a:off x="99025" y="33050"/>
            <a:ext cx="2952811" cy="2512875"/>
          </a:xfrm>
          <a:prstGeom prst="rect">
            <a:avLst/>
          </a:prstGeom>
          <a:noFill/>
          <a:ln>
            <a:noFill/>
          </a:ln>
        </p:spPr>
      </p:pic>
      <p:pic>
        <p:nvPicPr>
          <p:cNvPr id="1003" name="Google Shape;1003;p97"/>
          <p:cNvPicPr preferRelativeResize="0"/>
          <p:nvPr/>
        </p:nvPicPr>
        <p:blipFill>
          <a:blip r:embed="rId4">
            <a:alphaModFix/>
          </a:blip>
          <a:stretch>
            <a:fillRect/>
          </a:stretch>
        </p:blipFill>
        <p:spPr>
          <a:xfrm>
            <a:off x="4618950" y="2603813"/>
            <a:ext cx="2952800" cy="2507600"/>
          </a:xfrm>
          <a:prstGeom prst="rect">
            <a:avLst/>
          </a:prstGeom>
          <a:noFill/>
          <a:ln>
            <a:noFill/>
          </a:ln>
        </p:spPr>
      </p:pic>
      <p:pic>
        <p:nvPicPr>
          <p:cNvPr id="1004" name="Google Shape;1004;p97"/>
          <p:cNvPicPr preferRelativeResize="0"/>
          <p:nvPr/>
        </p:nvPicPr>
        <p:blipFill>
          <a:blip r:embed="rId5">
            <a:alphaModFix/>
          </a:blip>
          <a:stretch>
            <a:fillRect/>
          </a:stretch>
        </p:blipFill>
        <p:spPr>
          <a:xfrm>
            <a:off x="1596601" y="2606725"/>
            <a:ext cx="2933399" cy="2501776"/>
          </a:xfrm>
          <a:prstGeom prst="rect">
            <a:avLst/>
          </a:prstGeom>
          <a:noFill/>
          <a:ln>
            <a:noFill/>
          </a:ln>
        </p:spPr>
      </p:pic>
      <p:pic>
        <p:nvPicPr>
          <p:cNvPr id="1005" name="Google Shape;1005;p97"/>
          <p:cNvPicPr preferRelativeResize="0"/>
          <p:nvPr/>
        </p:nvPicPr>
        <p:blipFill>
          <a:blip r:embed="rId6">
            <a:alphaModFix/>
          </a:blip>
          <a:stretch>
            <a:fillRect/>
          </a:stretch>
        </p:blipFill>
        <p:spPr>
          <a:xfrm>
            <a:off x="3095600" y="32075"/>
            <a:ext cx="2952798" cy="2514823"/>
          </a:xfrm>
          <a:prstGeom prst="rect">
            <a:avLst/>
          </a:prstGeom>
          <a:noFill/>
          <a:ln>
            <a:noFill/>
          </a:ln>
        </p:spPr>
      </p:pic>
      <p:pic>
        <p:nvPicPr>
          <p:cNvPr id="1006" name="Google Shape;1006;p97"/>
          <p:cNvPicPr preferRelativeResize="0"/>
          <p:nvPr/>
        </p:nvPicPr>
        <p:blipFill>
          <a:blip r:embed="rId7">
            <a:alphaModFix/>
          </a:blip>
          <a:stretch>
            <a:fillRect/>
          </a:stretch>
        </p:blipFill>
        <p:spPr>
          <a:xfrm>
            <a:off x="6092177" y="31051"/>
            <a:ext cx="2952800" cy="2516857"/>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494D"/>
        </a:solidFill>
      </p:bgPr>
    </p:bg>
    <p:spTree>
      <p:nvGrpSpPr>
        <p:cNvPr id="1010" name="Shape 1010"/>
        <p:cNvGrpSpPr/>
        <p:nvPr/>
      </p:nvGrpSpPr>
      <p:grpSpPr>
        <a:xfrm>
          <a:off x="0" y="0"/>
          <a:ext cx="0" cy="0"/>
          <a:chOff x="0" y="0"/>
          <a:chExt cx="0" cy="0"/>
        </a:xfrm>
      </p:grpSpPr>
      <p:sp>
        <p:nvSpPr>
          <p:cNvPr id="1011" name="Google Shape;1011;p98"/>
          <p:cNvSpPr txBox="1"/>
          <p:nvPr>
            <p:ph idx="12" type="sldNum"/>
          </p:nvPr>
        </p:nvSpPr>
        <p:spPr>
          <a:xfrm>
            <a:off x="6457950" y="4767275"/>
            <a:ext cx="26061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pic>
        <p:nvPicPr>
          <p:cNvPr id="1012" name="Google Shape;1012;p98"/>
          <p:cNvPicPr preferRelativeResize="0"/>
          <p:nvPr/>
        </p:nvPicPr>
        <p:blipFill>
          <a:blip r:embed="rId3">
            <a:alphaModFix/>
          </a:blip>
          <a:stretch>
            <a:fillRect/>
          </a:stretch>
        </p:blipFill>
        <p:spPr>
          <a:xfrm>
            <a:off x="1817038" y="800400"/>
            <a:ext cx="5509925" cy="4075825"/>
          </a:xfrm>
          <a:prstGeom prst="rect">
            <a:avLst/>
          </a:prstGeom>
          <a:noFill/>
          <a:ln>
            <a:noFill/>
          </a:ln>
        </p:spPr>
      </p:pic>
      <p:sp>
        <p:nvSpPr>
          <p:cNvPr id="1013" name="Google Shape;1013;p98"/>
          <p:cNvSpPr txBox="1"/>
          <p:nvPr/>
        </p:nvSpPr>
        <p:spPr>
          <a:xfrm>
            <a:off x="1709850" y="51725"/>
            <a:ext cx="5724300" cy="428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3200">
                <a:solidFill>
                  <a:schemeClr val="lt1"/>
                </a:solidFill>
              </a:rPr>
              <a:t>Test Diagnostics</a:t>
            </a:r>
            <a:endParaRPr b="1" sz="3200">
              <a:solidFill>
                <a:schemeClr val="lt1"/>
              </a:solidFill>
            </a:endParaRPr>
          </a:p>
          <a:p>
            <a:pPr indent="0" lvl="0" marL="0" rtl="0" algn="l">
              <a:spcBef>
                <a:spcPts val="0"/>
              </a:spcBef>
              <a:spcAft>
                <a:spcPts val="0"/>
              </a:spcAft>
              <a:buNone/>
            </a:pPr>
            <a:r>
              <a:t/>
            </a:r>
            <a:endParaRPr sz="21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494D"/>
        </a:solidFill>
      </p:bgPr>
    </p:bg>
    <p:spTree>
      <p:nvGrpSpPr>
        <p:cNvPr id="1017" name="Shape 1017"/>
        <p:cNvGrpSpPr/>
        <p:nvPr/>
      </p:nvGrpSpPr>
      <p:grpSpPr>
        <a:xfrm>
          <a:off x="0" y="0"/>
          <a:ext cx="0" cy="0"/>
          <a:chOff x="0" y="0"/>
          <a:chExt cx="0" cy="0"/>
        </a:xfrm>
      </p:grpSpPr>
      <p:sp>
        <p:nvSpPr>
          <p:cNvPr id="1018" name="Google Shape;1018;p99"/>
          <p:cNvSpPr txBox="1"/>
          <p:nvPr>
            <p:ph idx="12" type="sldNum"/>
          </p:nvPr>
        </p:nvSpPr>
        <p:spPr>
          <a:xfrm>
            <a:off x="6457950" y="4767275"/>
            <a:ext cx="26061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1019" name="Google Shape;1019;p99"/>
          <p:cNvSpPr/>
          <p:nvPr/>
        </p:nvSpPr>
        <p:spPr>
          <a:xfrm>
            <a:off x="1843400" y="317375"/>
            <a:ext cx="994500" cy="273900"/>
          </a:xfrm>
          <a:prstGeom prst="rect">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00FF"/>
              </a:solidFill>
            </a:endParaRPr>
          </a:p>
        </p:txBody>
      </p:sp>
      <p:sp>
        <p:nvSpPr>
          <p:cNvPr id="1020" name="Google Shape;1020;p99"/>
          <p:cNvSpPr/>
          <p:nvPr/>
        </p:nvSpPr>
        <p:spPr>
          <a:xfrm>
            <a:off x="3344925" y="317375"/>
            <a:ext cx="994500" cy="273900"/>
          </a:xfrm>
          <a:prstGeom prst="rect">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00FF"/>
              </a:solidFill>
            </a:endParaRPr>
          </a:p>
        </p:txBody>
      </p:sp>
      <p:sp>
        <p:nvSpPr>
          <p:cNvPr id="1021" name="Google Shape;1021;p99"/>
          <p:cNvSpPr/>
          <p:nvPr/>
        </p:nvSpPr>
        <p:spPr>
          <a:xfrm>
            <a:off x="2563400" y="989875"/>
            <a:ext cx="873000" cy="273900"/>
          </a:xfrm>
          <a:prstGeom prst="rect">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00FF"/>
              </a:solidFill>
            </a:endParaRPr>
          </a:p>
        </p:txBody>
      </p:sp>
      <p:sp>
        <p:nvSpPr>
          <p:cNvPr id="1022" name="Google Shape;1022;p99"/>
          <p:cNvSpPr/>
          <p:nvPr/>
        </p:nvSpPr>
        <p:spPr>
          <a:xfrm>
            <a:off x="3912150" y="1540538"/>
            <a:ext cx="739800" cy="273900"/>
          </a:xfrm>
          <a:prstGeom prst="rect">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endParaRPr>
          </a:p>
        </p:txBody>
      </p:sp>
      <p:sp>
        <p:nvSpPr>
          <p:cNvPr id="1023" name="Google Shape;1023;p99"/>
          <p:cNvSpPr/>
          <p:nvPr/>
        </p:nvSpPr>
        <p:spPr>
          <a:xfrm>
            <a:off x="2435950" y="2763700"/>
            <a:ext cx="682800" cy="273900"/>
          </a:xfrm>
          <a:prstGeom prst="rect">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00FF"/>
              </a:solidFill>
            </a:endParaRPr>
          </a:p>
        </p:txBody>
      </p:sp>
      <p:sp>
        <p:nvSpPr>
          <p:cNvPr id="1024" name="Google Shape;1024;p99"/>
          <p:cNvSpPr/>
          <p:nvPr/>
        </p:nvSpPr>
        <p:spPr>
          <a:xfrm>
            <a:off x="3940650" y="2763700"/>
            <a:ext cx="682800" cy="273900"/>
          </a:xfrm>
          <a:prstGeom prst="rect">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00FF"/>
              </a:solidFill>
            </a:endParaRPr>
          </a:p>
        </p:txBody>
      </p:sp>
      <p:sp>
        <p:nvSpPr>
          <p:cNvPr id="1025" name="Google Shape;1025;p99"/>
          <p:cNvSpPr/>
          <p:nvPr/>
        </p:nvSpPr>
        <p:spPr>
          <a:xfrm>
            <a:off x="5504550" y="2763700"/>
            <a:ext cx="656100" cy="273900"/>
          </a:xfrm>
          <a:prstGeom prst="rect">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00FF"/>
              </a:solidFill>
            </a:endParaRPr>
          </a:p>
        </p:txBody>
      </p:sp>
      <p:sp>
        <p:nvSpPr>
          <p:cNvPr id="1026" name="Google Shape;1026;p99"/>
          <p:cNvSpPr/>
          <p:nvPr/>
        </p:nvSpPr>
        <p:spPr>
          <a:xfrm>
            <a:off x="7068450" y="2763700"/>
            <a:ext cx="656100" cy="273900"/>
          </a:xfrm>
          <a:prstGeom prst="rect">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00FF"/>
              </a:solidFill>
            </a:endParaRPr>
          </a:p>
        </p:txBody>
      </p:sp>
      <p:sp>
        <p:nvSpPr>
          <p:cNvPr id="1027" name="Google Shape;1027;p99"/>
          <p:cNvSpPr txBox="1"/>
          <p:nvPr/>
        </p:nvSpPr>
        <p:spPr>
          <a:xfrm>
            <a:off x="0" y="2645650"/>
            <a:ext cx="2276100" cy="51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chemeClr val="lt1"/>
                </a:solidFill>
              </a:rPr>
              <a:t>Full Sequence</a:t>
            </a:r>
            <a:endParaRPr b="1" sz="2100">
              <a:solidFill>
                <a:schemeClr val="lt1"/>
              </a:solidFill>
            </a:endParaRPr>
          </a:p>
        </p:txBody>
      </p:sp>
      <p:sp>
        <p:nvSpPr>
          <p:cNvPr id="1028" name="Google Shape;1028;p99"/>
          <p:cNvSpPr/>
          <p:nvPr/>
        </p:nvSpPr>
        <p:spPr>
          <a:xfrm>
            <a:off x="3188288" y="2763700"/>
            <a:ext cx="682800" cy="273900"/>
          </a:xfrm>
          <a:prstGeom prst="rect">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00FF"/>
              </a:solidFill>
            </a:endParaRPr>
          </a:p>
        </p:txBody>
      </p:sp>
      <p:sp>
        <p:nvSpPr>
          <p:cNvPr id="1029" name="Google Shape;1029;p99"/>
          <p:cNvSpPr/>
          <p:nvPr/>
        </p:nvSpPr>
        <p:spPr>
          <a:xfrm>
            <a:off x="4722600" y="2763700"/>
            <a:ext cx="682800" cy="273900"/>
          </a:xfrm>
          <a:prstGeom prst="rect">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00FF"/>
              </a:solidFill>
            </a:endParaRPr>
          </a:p>
        </p:txBody>
      </p:sp>
      <p:sp>
        <p:nvSpPr>
          <p:cNvPr id="1030" name="Google Shape;1030;p99"/>
          <p:cNvSpPr/>
          <p:nvPr/>
        </p:nvSpPr>
        <p:spPr>
          <a:xfrm>
            <a:off x="6273150" y="2763700"/>
            <a:ext cx="682800" cy="273900"/>
          </a:xfrm>
          <a:prstGeom prst="rect">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00FF"/>
              </a:solidFill>
            </a:endParaRPr>
          </a:p>
        </p:txBody>
      </p:sp>
      <p:sp>
        <p:nvSpPr>
          <p:cNvPr id="1031" name="Google Shape;1031;p99"/>
          <p:cNvSpPr/>
          <p:nvPr/>
        </p:nvSpPr>
        <p:spPr>
          <a:xfrm>
            <a:off x="7837050" y="2763700"/>
            <a:ext cx="682800" cy="273900"/>
          </a:xfrm>
          <a:prstGeom prst="rect">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00FF"/>
              </a:solidFill>
            </a:endParaRPr>
          </a:p>
        </p:txBody>
      </p:sp>
      <p:sp>
        <p:nvSpPr>
          <p:cNvPr id="1032" name="Google Shape;1032;p99"/>
          <p:cNvSpPr txBox="1"/>
          <p:nvPr/>
        </p:nvSpPr>
        <p:spPr>
          <a:xfrm>
            <a:off x="199525" y="147800"/>
            <a:ext cx="1248900" cy="97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300">
                <a:solidFill>
                  <a:schemeClr val="lt1"/>
                </a:solidFill>
              </a:rPr>
              <a:t>Sample</a:t>
            </a:r>
            <a:endParaRPr b="1" sz="2300">
              <a:solidFill>
                <a:schemeClr val="lt1"/>
              </a:solidFill>
            </a:endParaRPr>
          </a:p>
        </p:txBody>
      </p:sp>
      <p:sp>
        <p:nvSpPr>
          <p:cNvPr id="1033" name="Google Shape;1033;p99"/>
          <p:cNvSpPr/>
          <p:nvPr/>
        </p:nvSpPr>
        <p:spPr>
          <a:xfrm>
            <a:off x="3845550" y="989875"/>
            <a:ext cx="351900" cy="273900"/>
          </a:xfrm>
          <a:prstGeom prst="rect">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00FF"/>
              </a:solidFill>
            </a:endParaRPr>
          </a:p>
        </p:txBody>
      </p:sp>
      <p:sp>
        <p:nvSpPr>
          <p:cNvPr id="1034" name="Google Shape;1034;p99"/>
          <p:cNvSpPr/>
          <p:nvPr/>
        </p:nvSpPr>
        <p:spPr>
          <a:xfrm>
            <a:off x="4627500" y="348750"/>
            <a:ext cx="1705800" cy="273900"/>
          </a:xfrm>
          <a:prstGeom prst="rect">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00FF"/>
              </a:solidFill>
            </a:endParaRPr>
          </a:p>
        </p:txBody>
      </p:sp>
      <p:sp>
        <p:nvSpPr>
          <p:cNvPr id="1035" name="Google Shape;1035;p99"/>
          <p:cNvSpPr/>
          <p:nvPr/>
        </p:nvSpPr>
        <p:spPr>
          <a:xfrm>
            <a:off x="5460300" y="937150"/>
            <a:ext cx="1495800" cy="273900"/>
          </a:xfrm>
          <a:prstGeom prst="rect">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00FF"/>
              </a:solidFill>
            </a:endParaRPr>
          </a:p>
        </p:txBody>
      </p:sp>
      <p:sp>
        <p:nvSpPr>
          <p:cNvPr id="1036" name="Google Shape;1036;p99"/>
          <p:cNvSpPr/>
          <p:nvPr/>
        </p:nvSpPr>
        <p:spPr>
          <a:xfrm>
            <a:off x="4843175" y="1556225"/>
            <a:ext cx="562200" cy="273900"/>
          </a:xfrm>
          <a:prstGeom prst="rect">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FF00"/>
              </a:solidFill>
            </a:endParaRPr>
          </a:p>
        </p:txBody>
      </p:sp>
      <p:sp>
        <p:nvSpPr>
          <p:cNvPr id="1037" name="Google Shape;1037;p99"/>
          <p:cNvSpPr/>
          <p:nvPr/>
        </p:nvSpPr>
        <p:spPr>
          <a:xfrm>
            <a:off x="2340825" y="1507950"/>
            <a:ext cx="873000" cy="273900"/>
          </a:xfrm>
          <a:prstGeom prst="rect">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00FF"/>
              </a:solidFill>
            </a:endParaRPr>
          </a:p>
        </p:txBody>
      </p:sp>
      <p:sp>
        <p:nvSpPr>
          <p:cNvPr id="1038" name="Google Shape;1038;p99"/>
          <p:cNvSpPr/>
          <p:nvPr/>
        </p:nvSpPr>
        <p:spPr>
          <a:xfrm>
            <a:off x="6027375" y="1850425"/>
            <a:ext cx="873000" cy="273900"/>
          </a:xfrm>
          <a:prstGeom prst="rect">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00FF"/>
              </a:solidFill>
            </a:endParaRPr>
          </a:p>
        </p:txBody>
      </p:sp>
      <p:sp>
        <p:nvSpPr>
          <p:cNvPr id="1039" name="Google Shape;1039;p99"/>
          <p:cNvSpPr/>
          <p:nvPr/>
        </p:nvSpPr>
        <p:spPr>
          <a:xfrm>
            <a:off x="7606050" y="760125"/>
            <a:ext cx="873000" cy="273900"/>
          </a:xfrm>
          <a:prstGeom prst="rect">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00FF"/>
              </a:solidFill>
            </a:endParaRPr>
          </a:p>
        </p:txBody>
      </p:sp>
      <p:sp>
        <p:nvSpPr>
          <p:cNvPr id="1040" name="Google Shape;1040;p99"/>
          <p:cNvSpPr/>
          <p:nvPr/>
        </p:nvSpPr>
        <p:spPr>
          <a:xfrm>
            <a:off x="970400" y="1123400"/>
            <a:ext cx="873000" cy="273900"/>
          </a:xfrm>
          <a:prstGeom prst="rect">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00FF"/>
              </a:solidFill>
            </a:endParaRPr>
          </a:p>
        </p:txBody>
      </p:sp>
      <p:sp>
        <p:nvSpPr>
          <p:cNvPr id="1041" name="Google Shape;1041;p99"/>
          <p:cNvSpPr/>
          <p:nvPr/>
        </p:nvSpPr>
        <p:spPr>
          <a:xfrm>
            <a:off x="2435950" y="3404150"/>
            <a:ext cx="873000" cy="273900"/>
          </a:xfrm>
          <a:prstGeom prst="rect">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00FF"/>
              </a:solidFill>
            </a:endParaRPr>
          </a:p>
        </p:txBody>
      </p:sp>
      <p:sp>
        <p:nvSpPr>
          <p:cNvPr id="1042" name="Google Shape;1042;p99"/>
          <p:cNvSpPr/>
          <p:nvPr/>
        </p:nvSpPr>
        <p:spPr>
          <a:xfrm>
            <a:off x="3479225" y="3404150"/>
            <a:ext cx="1705800" cy="273900"/>
          </a:xfrm>
          <a:prstGeom prst="rect">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00FF"/>
              </a:solidFill>
            </a:endParaRPr>
          </a:p>
        </p:txBody>
      </p:sp>
      <p:sp>
        <p:nvSpPr>
          <p:cNvPr id="1043" name="Google Shape;1043;p99"/>
          <p:cNvSpPr/>
          <p:nvPr/>
        </p:nvSpPr>
        <p:spPr>
          <a:xfrm>
            <a:off x="5405375" y="3404150"/>
            <a:ext cx="562200" cy="273900"/>
          </a:xfrm>
          <a:prstGeom prst="rect">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FF00"/>
              </a:solidFill>
            </a:endParaRPr>
          </a:p>
        </p:txBody>
      </p:sp>
      <p:sp>
        <p:nvSpPr>
          <p:cNvPr id="1044" name="Google Shape;1044;p99"/>
          <p:cNvSpPr/>
          <p:nvPr/>
        </p:nvSpPr>
        <p:spPr>
          <a:xfrm>
            <a:off x="6160650" y="3404138"/>
            <a:ext cx="739800" cy="273900"/>
          </a:xfrm>
          <a:prstGeom prst="rect">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endParaRPr>
          </a:p>
        </p:txBody>
      </p:sp>
      <p:sp>
        <p:nvSpPr>
          <p:cNvPr id="1045" name="Google Shape;1045;p99"/>
          <p:cNvSpPr/>
          <p:nvPr/>
        </p:nvSpPr>
        <p:spPr>
          <a:xfrm>
            <a:off x="7068450" y="3404150"/>
            <a:ext cx="873000" cy="273900"/>
          </a:xfrm>
          <a:prstGeom prst="rect">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00FF"/>
              </a:solidFill>
            </a:endParaRPr>
          </a:p>
        </p:txBody>
      </p:sp>
      <p:sp>
        <p:nvSpPr>
          <p:cNvPr id="1046" name="Google Shape;1046;p99"/>
          <p:cNvSpPr/>
          <p:nvPr/>
        </p:nvSpPr>
        <p:spPr>
          <a:xfrm>
            <a:off x="7996500" y="3404150"/>
            <a:ext cx="562200" cy="273900"/>
          </a:xfrm>
          <a:prstGeom prst="rect">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FF00"/>
              </a:solidFill>
            </a:endParaRPr>
          </a:p>
        </p:txBody>
      </p:sp>
      <p:sp>
        <p:nvSpPr>
          <p:cNvPr id="1047" name="Google Shape;1047;p99"/>
          <p:cNvSpPr/>
          <p:nvPr/>
        </p:nvSpPr>
        <p:spPr>
          <a:xfrm>
            <a:off x="1849165" y="323140"/>
            <a:ext cx="994500" cy="273900"/>
          </a:xfrm>
          <a:prstGeom prst="rect">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00FF"/>
              </a:solidFill>
            </a:endParaRPr>
          </a:p>
        </p:txBody>
      </p:sp>
      <p:sp>
        <p:nvSpPr>
          <p:cNvPr id="1048" name="Google Shape;1048;p99"/>
          <p:cNvSpPr/>
          <p:nvPr/>
        </p:nvSpPr>
        <p:spPr>
          <a:xfrm>
            <a:off x="3350690" y="323140"/>
            <a:ext cx="994500" cy="273900"/>
          </a:xfrm>
          <a:prstGeom prst="rect">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00FF"/>
              </a:solidFill>
            </a:endParaRPr>
          </a:p>
        </p:txBody>
      </p:sp>
      <p:sp>
        <p:nvSpPr>
          <p:cNvPr id="1049" name="Google Shape;1049;p99"/>
          <p:cNvSpPr/>
          <p:nvPr/>
        </p:nvSpPr>
        <p:spPr>
          <a:xfrm>
            <a:off x="2569165" y="995640"/>
            <a:ext cx="873000" cy="273900"/>
          </a:xfrm>
          <a:prstGeom prst="rect">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00FF"/>
              </a:solidFill>
            </a:endParaRPr>
          </a:p>
        </p:txBody>
      </p:sp>
      <p:sp>
        <p:nvSpPr>
          <p:cNvPr id="1050" name="Google Shape;1050;p99"/>
          <p:cNvSpPr/>
          <p:nvPr/>
        </p:nvSpPr>
        <p:spPr>
          <a:xfrm>
            <a:off x="3917915" y="1546303"/>
            <a:ext cx="739800" cy="2739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endParaRPr>
          </a:p>
        </p:txBody>
      </p:sp>
      <p:sp>
        <p:nvSpPr>
          <p:cNvPr id="1051" name="Google Shape;1051;p99"/>
          <p:cNvSpPr/>
          <p:nvPr/>
        </p:nvSpPr>
        <p:spPr>
          <a:xfrm>
            <a:off x="2441715" y="2769465"/>
            <a:ext cx="682800" cy="2739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00FF"/>
              </a:solidFill>
            </a:endParaRPr>
          </a:p>
        </p:txBody>
      </p:sp>
      <p:sp>
        <p:nvSpPr>
          <p:cNvPr id="1052" name="Google Shape;1052;p99"/>
          <p:cNvSpPr/>
          <p:nvPr/>
        </p:nvSpPr>
        <p:spPr>
          <a:xfrm>
            <a:off x="3946415" y="2769465"/>
            <a:ext cx="682800" cy="2739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00FF"/>
              </a:solidFill>
            </a:endParaRPr>
          </a:p>
        </p:txBody>
      </p:sp>
      <p:sp>
        <p:nvSpPr>
          <p:cNvPr id="1053" name="Google Shape;1053;p99"/>
          <p:cNvSpPr/>
          <p:nvPr/>
        </p:nvSpPr>
        <p:spPr>
          <a:xfrm>
            <a:off x="5510315" y="2769465"/>
            <a:ext cx="656100" cy="2739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00FF"/>
              </a:solidFill>
            </a:endParaRPr>
          </a:p>
        </p:txBody>
      </p:sp>
      <p:sp>
        <p:nvSpPr>
          <p:cNvPr id="1054" name="Google Shape;1054;p99"/>
          <p:cNvSpPr/>
          <p:nvPr/>
        </p:nvSpPr>
        <p:spPr>
          <a:xfrm>
            <a:off x="7074215" y="2769465"/>
            <a:ext cx="656100" cy="2739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00FF"/>
              </a:solidFill>
            </a:endParaRPr>
          </a:p>
        </p:txBody>
      </p:sp>
      <p:sp>
        <p:nvSpPr>
          <p:cNvPr id="1055" name="Google Shape;1055;p99"/>
          <p:cNvSpPr/>
          <p:nvPr/>
        </p:nvSpPr>
        <p:spPr>
          <a:xfrm>
            <a:off x="3194053" y="2769465"/>
            <a:ext cx="682800" cy="2739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00FF"/>
              </a:solidFill>
            </a:endParaRPr>
          </a:p>
        </p:txBody>
      </p:sp>
      <p:sp>
        <p:nvSpPr>
          <p:cNvPr id="1056" name="Google Shape;1056;p99"/>
          <p:cNvSpPr/>
          <p:nvPr/>
        </p:nvSpPr>
        <p:spPr>
          <a:xfrm>
            <a:off x="4728365" y="2769465"/>
            <a:ext cx="682800" cy="2739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00FF"/>
              </a:solidFill>
            </a:endParaRPr>
          </a:p>
        </p:txBody>
      </p:sp>
      <p:sp>
        <p:nvSpPr>
          <p:cNvPr id="1057" name="Google Shape;1057;p99"/>
          <p:cNvSpPr/>
          <p:nvPr/>
        </p:nvSpPr>
        <p:spPr>
          <a:xfrm>
            <a:off x="6278915" y="2769465"/>
            <a:ext cx="682800" cy="2739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00FF"/>
              </a:solidFill>
            </a:endParaRPr>
          </a:p>
        </p:txBody>
      </p:sp>
      <p:sp>
        <p:nvSpPr>
          <p:cNvPr id="1058" name="Google Shape;1058;p99"/>
          <p:cNvSpPr/>
          <p:nvPr/>
        </p:nvSpPr>
        <p:spPr>
          <a:xfrm>
            <a:off x="7842815" y="2769465"/>
            <a:ext cx="682800" cy="2739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00FF"/>
              </a:solidFill>
            </a:endParaRPr>
          </a:p>
        </p:txBody>
      </p:sp>
      <p:sp>
        <p:nvSpPr>
          <p:cNvPr id="1059" name="Google Shape;1059;p99"/>
          <p:cNvSpPr/>
          <p:nvPr/>
        </p:nvSpPr>
        <p:spPr>
          <a:xfrm>
            <a:off x="3851315" y="995640"/>
            <a:ext cx="351900" cy="2739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00FF"/>
              </a:solidFill>
            </a:endParaRPr>
          </a:p>
        </p:txBody>
      </p:sp>
      <p:sp>
        <p:nvSpPr>
          <p:cNvPr id="1060" name="Google Shape;1060;p99"/>
          <p:cNvSpPr/>
          <p:nvPr/>
        </p:nvSpPr>
        <p:spPr>
          <a:xfrm>
            <a:off x="4633265" y="354515"/>
            <a:ext cx="1705800" cy="2739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00FF"/>
              </a:solidFill>
            </a:endParaRPr>
          </a:p>
        </p:txBody>
      </p:sp>
      <p:sp>
        <p:nvSpPr>
          <p:cNvPr id="1061" name="Google Shape;1061;p99"/>
          <p:cNvSpPr/>
          <p:nvPr/>
        </p:nvSpPr>
        <p:spPr>
          <a:xfrm>
            <a:off x="5466065" y="942915"/>
            <a:ext cx="1495800" cy="273900"/>
          </a:xfrm>
          <a:prstGeom prst="rect">
            <a:avLst/>
          </a:prstGeom>
          <a:solidFill>
            <a:srgbClr val="99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00FF"/>
              </a:solidFill>
            </a:endParaRPr>
          </a:p>
        </p:txBody>
      </p:sp>
      <p:sp>
        <p:nvSpPr>
          <p:cNvPr id="1062" name="Google Shape;1062;p99"/>
          <p:cNvSpPr/>
          <p:nvPr/>
        </p:nvSpPr>
        <p:spPr>
          <a:xfrm>
            <a:off x="4848940" y="1561990"/>
            <a:ext cx="562200" cy="2739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FF00"/>
              </a:solidFill>
            </a:endParaRPr>
          </a:p>
        </p:txBody>
      </p:sp>
      <p:sp>
        <p:nvSpPr>
          <p:cNvPr id="1063" name="Google Shape;1063;p99"/>
          <p:cNvSpPr/>
          <p:nvPr/>
        </p:nvSpPr>
        <p:spPr>
          <a:xfrm>
            <a:off x="2346590" y="1513715"/>
            <a:ext cx="873000" cy="2739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00FF"/>
              </a:solidFill>
            </a:endParaRPr>
          </a:p>
        </p:txBody>
      </p:sp>
      <p:sp>
        <p:nvSpPr>
          <p:cNvPr id="1064" name="Google Shape;1064;p99"/>
          <p:cNvSpPr/>
          <p:nvPr/>
        </p:nvSpPr>
        <p:spPr>
          <a:xfrm>
            <a:off x="6033140" y="1856190"/>
            <a:ext cx="873000" cy="2739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00FF"/>
              </a:solidFill>
            </a:endParaRPr>
          </a:p>
        </p:txBody>
      </p:sp>
      <p:sp>
        <p:nvSpPr>
          <p:cNvPr id="1065" name="Google Shape;1065;p99"/>
          <p:cNvSpPr/>
          <p:nvPr/>
        </p:nvSpPr>
        <p:spPr>
          <a:xfrm>
            <a:off x="7611815" y="765890"/>
            <a:ext cx="873000" cy="273900"/>
          </a:xfrm>
          <a:prstGeom prst="rect">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00FF"/>
              </a:solidFill>
            </a:endParaRPr>
          </a:p>
        </p:txBody>
      </p:sp>
      <p:sp>
        <p:nvSpPr>
          <p:cNvPr id="1066" name="Google Shape;1066;p99"/>
          <p:cNvSpPr/>
          <p:nvPr/>
        </p:nvSpPr>
        <p:spPr>
          <a:xfrm>
            <a:off x="976165" y="1129165"/>
            <a:ext cx="873000" cy="2739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00FF"/>
              </a:solidFill>
            </a:endParaRPr>
          </a:p>
        </p:txBody>
      </p:sp>
      <p:sp>
        <p:nvSpPr>
          <p:cNvPr id="1067" name="Google Shape;1067;p99"/>
          <p:cNvSpPr/>
          <p:nvPr/>
        </p:nvSpPr>
        <p:spPr>
          <a:xfrm>
            <a:off x="2441715" y="3409915"/>
            <a:ext cx="873000" cy="2739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00FF"/>
              </a:solidFill>
            </a:endParaRPr>
          </a:p>
        </p:txBody>
      </p:sp>
      <p:sp>
        <p:nvSpPr>
          <p:cNvPr id="1068" name="Google Shape;1068;p99"/>
          <p:cNvSpPr/>
          <p:nvPr/>
        </p:nvSpPr>
        <p:spPr>
          <a:xfrm>
            <a:off x="3484990" y="3409915"/>
            <a:ext cx="1705800" cy="2739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00FF"/>
              </a:solidFill>
            </a:endParaRPr>
          </a:p>
        </p:txBody>
      </p:sp>
      <p:sp>
        <p:nvSpPr>
          <p:cNvPr id="1069" name="Google Shape;1069;p99"/>
          <p:cNvSpPr/>
          <p:nvPr/>
        </p:nvSpPr>
        <p:spPr>
          <a:xfrm>
            <a:off x="5411140" y="3409915"/>
            <a:ext cx="562200" cy="2739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FF00"/>
              </a:solidFill>
            </a:endParaRPr>
          </a:p>
        </p:txBody>
      </p:sp>
      <p:sp>
        <p:nvSpPr>
          <p:cNvPr id="1070" name="Google Shape;1070;p99"/>
          <p:cNvSpPr/>
          <p:nvPr/>
        </p:nvSpPr>
        <p:spPr>
          <a:xfrm>
            <a:off x="6166415" y="3409903"/>
            <a:ext cx="739800" cy="2739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endParaRPr>
          </a:p>
        </p:txBody>
      </p:sp>
      <p:sp>
        <p:nvSpPr>
          <p:cNvPr id="1071" name="Google Shape;1071;p99"/>
          <p:cNvSpPr/>
          <p:nvPr/>
        </p:nvSpPr>
        <p:spPr>
          <a:xfrm>
            <a:off x="7074215" y="3409915"/>
            <a:ext cx="873000" cy="2739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00FF"/>
              </a:solidFill>
            </a:endParaRPr>
          </a:p>
        </p:txBody>
      </p:sp>
      <p:sp>
        <p:nvSpPr>
          <p:cNvPr id="1072" name="Google Shape;1072;p99"/>
          <p:cNvSpPr/>
          <p:nvPr/>
        </p:nvSpPr>
        <p:spPr>
          <a:xfrm>
            <a:off x="8002265" y="3409915"/>
            <a:ext cx="562200" cy="2739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FF0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7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494D"/>
        </a:solidFill>
      </p:bgPr>
    </p:bg>
    <p:spTree>
      <p:nvGrpSpPr>
        <p:cNvPr id="1076" name="Shape 1076"/>
        <p:cNvGrpSpPr/>
        <p:nvPr/>
      </p:nvGrpSpPr>
      <p:grpSpPr>
        <a:xfrm>
          <a:off x="0" y="0"/>
          <a:ext cx="0" cy="0"/>
          <a:chOff x="0" y="0"/>
          <a:chExt cx="0" cy="0"/>
        </a:xfrm>
      </p:grpSpPr>
      <p:sp>
        <p:nvSpPr>
          <p:cNvPr id="1077" name="Google Shape;1077;p100"/>
          <p:cNvSpPr txBox="1"/>
          <p:nvPr>
            <p:ph idx="12" type="sldNum"/>
          </p:nvPr>
        </p:nvSpPr>
        <p:spPr>
          <a:xfrm>
            <a:off x="6457950" y="4767275"/>
            <a:ext cx="26061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1078" name="Google Shape;1078;p100"/>
          <p:cNvSpPr txBox="1"/>
          <p:nvPr/>
        </p:nvSpPr>
        <p:spPr>
          <a:xfrm>
            <a:off x="1709850" y="0"/>
            <a:ext cx="5724300" cy="428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2100">
                <a:solidFill>
                  <a:schemeClr val="lt1"/>
                </a:solidFill>
              </a:rPr>
              <a:t>Line Graph </a:t>
            </a:r>
            <a:r>
              <a:rPr b="1" lang="en" sz="2100">
                <a:solidFill>
                  <a:schemeClr val="lt1"/>
                </a:solidFill>
              </a:rPr>
              <a:t>of Classification Algorithms</a:t>
            </a:r>
            <a:endParaRPr b="1" sz="2100">
              <a:solidFill>
                <a:schemeClr val="lt1"/>
              </a:solidFill>
            </a:endParaRPr>
          </a:p>
          <a:p>
            <a:pPr indent="0" lvl="0" marL="0" rtl="0" algn="l">
              <a:spcBef>
                <a:spcPts val="0"/>
              </a:spcBef>
              <a:spcAft>
                <a:spcPts val="0"/>
              </a:spcAft>
              <a:buNone/>
            </a:pPr>
            <a:r>
              <a:t/>
            </a:r>
            <a:endParaRPr sz="2100">
              <a:solidFill>
                <a:schemeClr val="dk1"/>
              </a:solidFill>
            </a:endParaRPr>
          </a:p>
        </p:txBody>
      </p:sp>
      <p:pic>
        <p:nvPicPr>
          <p:cNvPr id="1079" name="Google Shape;1079;p100"/>
          <p:cNvPicPr preferRelativeResize="0"/>
          <p:nvPr/>
        </p:nvPicPr>
        <p:blipFill>
          <a:blip r:embed="rId3">
            <a:alphaModFix/>
          </a:blip>
          <a:stretch>
            <a:fillRect/>
          </a:stretch>
        </p:blipFill>
        <p:spPr>
          <a:xfrm>
            <a:off x="1881650" y="447575"/>
            <a:ext cx="5380701" cy="4248349"/>
          </a:xfrm>
          <a:prstGeom prst="rect">
            <a:avLst/>
          </a:prstGeom>
          <a:noFill/>
          <a:ln>
            <a:noFill/>
          </a:ln>
        </p:spPr>
      </p:pic>
      <p:sp>
        <p:nvSpPr>
          <p:cNvPr id="1080" name="Google Shape;1080;p100"/>
          <p:cNvSpPr txBox="1"/>
          <p:nvPr/>
        </p:nvSpPr>
        <p:spPr>
          <a:xfrm>
            <a:off x="3042425" y="4604825"/>
            <a:ext cx="3352500" cy="59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chemeClr val="lt1"/>
                </a:solidFill>
              </a:rPr>
              <a:t>Amount of Sequences</a:t>
            </a:r>
            <a:endParaRPr b="1" sz="2100">
              <a:solidFill>
                <a:schemeClr val="lt1"/>
              </a:solidFill>
            </a:endParaRPr>
          </a:p>
        </p:txBody>
      </p:sp>
      <p:sp>
        <p:nvSpPr>
          <p:cNvPr id="1081" name="Google Shape;1081;p100"/>
          <p:cNvSpPr txBox="1"/>
          <p:nvPr/>
        </p:nvSpPr>
        <p:spPr>
          <a:xfrm rot="-5400000">
            <a:off x="0" y="2217350"/>
            <a:ext cx="3352500" cy="59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chemeClr val="lt1"/>
                </a:solidFill>
              </a:rPr>
              <a:t>Accuracy</a:t>
            </a:r>
            <a:r>
              <a:rPr b="1" lang="en" sz="2100">
                <a:solidFill>
                  <a:schemeClr val="lt1"/>
                </a:solidFill>
              </a:rPr>
              <a:t> Percentage</a:t>
            </a:r>
            <a:endParaRPr b="1" sz="2100">
              <a:solidFill>
                <a:schemeClr val="lt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494D"/>
        </a:solidFill>
      </p:bgPr>
    </p:bg>
    <p:spTree>
      <p:nvGrpSpPr>
        <p:cNvPr id="1085" name="Shape 1085"/>
        <p:cNvGrpSpPr/>
        <p:nvPr/>
      </p:nvGrpSpPr>
      <p:grpSpPr>
        <a:xfrm>
          <a:off x="0" y="0"/>
          <a:ext cx="0" cy="0"/>
          <a:chOff x="0" y="0"/>
          <a:chExt cx="0" cy="0"/>
        </a:xfrm>
      </p:grpSpPr>
      <p:sp>
        <p:nvSpPr>
          <p:cNvPr id="1086" name="Google Shape;1086;p101"/>
          <p:cNvSpPr txBox="1"/>
          <p:nvPr>
            <p:ph idx="12" type="sldNum"/>
          </p:nvPr>
        </p:nvSpPr>
        <p:spPr>
          <a:xfrm>
            <a:off x="6457950" y="4767263"/>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1087" name="Google Shape;1087;p101"/>
          <p:cNvSpPr txBox="1"/>
          <p:nvPr/>
        </p:nvSpPr>
        <p:spPr>
          <a:xfrm>
            <a:off x="1903600" y="0"/>
            <a:ext cx="5382900" cy="51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100">
                <a:solidFill>
                  <a:schemeClr val="lt1"/>
                </a:solidFill>
              </a:rPr>
              <a:t>Heat Map of Classification Models</a:t>
            </a:r>
            <a:endParaRPr b="1" sz="2100">
              <a:solidFill>
                <a:schemeClr val="lt1"/>
              </a:solidFill>
            </a:endParaRPr>
          </a:p>
        </p:txBody>
      </p:sp>
      <p:sp>
        <p:nvSpPr>
          <p:cNvPr id="1088" name="Google Shape;1088;p101"/>
          <p:cNvSpPr txBox="1"/>
          <p:nvPr/>
        </p:nvSpPr>
        <p:spPr>
          <a:xfrm rot="-5400000">
            <a:off x="75725" y="2217325"/>
            <a:ext cx="3352500" cy="59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chemeClr val="lt1"/>
                </a:solidFill>
              </a:rPr>
              <a:t>Amount of Sequences</a:t>
            </a:r>
            <a:endParaRPr b="1" sz="2100">
              <a:solidFill>
                <a:schemeClr val="lt1"/>
              </a:solidFill>
            </a:endParaRPr>
          </a:p>
        </p:txBody>
      </p:sp>
      <p:pic>
        <p:nvPicPr>
          <p:cNvPr id="1089" name="Google Shape;1089;p101"/>
          <p:cNvPicPr preferRelativeResize="0"/>
          <p:nvPr/>
        </p:nvPicPr>
        <p:blipFill rotWithShape="1">
          <a:blip r:embed="rId3">
            <a:alphaModFix/>
          </a:blip>
          <a:srcRect b="0" l="0" r="0" t="1526"/>
          <a:stretch/>
        </p:blipFill>
        <p:spPr>
          <a:xfrm>
            <a:off x="1915752" y="428650"/>
            <a:ext cx="5599175" cy="4351226"/>
          </a:xfrm>
          <a:prstGeom prst="rect">
            <a:avLst/>
          </a:prstGeom>
          <a:noFill/>
          <a:ln>
            <a:noFill/>
          </a:ln>
        </p:spPr>
      </p:pic>
      <p:sp>
        <p:nvSpPr>
          <p:cNvPr id="1090" name="Google Shape;1090;p101"/>
          <p:cNvSpPr txBox="1"/>
          <p:nvPr/>
        </p:nvSpPr>
        <p:spPr>
          <a:xfrm>
            <a:off x="3145000" y="4716825"/>
            <a:ext cx="4710300" cy="27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chemeClr val="lt1"/>
                </a:solidFill>
              </a:rPr>
              <a:t>Classification Models</a:t>
            </a:r>
            <a:endParaRPr b="1" sz="2100">
              <a:solidFill>
                <a:schemeClr val="lt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4" name="Shape 1094"/>
        <p:cNvGrpSpPr/>
        <p:nvPr/>
      </p:nvGrpSpPr>
      <p:grpSpPr>
        <a:xfrm>
          <a:off x="0" y="0"/>
          <a:ext cx="0" cy="0"/>
          <a:chOff x="0" y="0"/>
          <a:chExt cx="0" cy="0"/>
        </a:xfrm>
      </p:grpSpPr>
      <p:sp>
        <p:nvSpPr>
          <p:cNvPr id="1095" name="Google Shape;1095;p102"/>
          <p:cNvSpPr/>
          <p:nvPr/>
        </p:nvSpPr>
        <p:spPr>
          <a:xfrm>
            <a:off x="75" y="2785975"/>
            <a:ext cx="2294400" cy="23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096" name="Google Shape;1096;p102"/>
          <p:cNvSpPr/>
          <p:nvPr/>
        </p:nvSpPr>
        <p:spPr>
          <a:xfrm>
            <a:off x="2286125" y="2068875"/>
            <a:ext cx="2294400" cy="30747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097" name="Google Shape;1097;p102"/>
          <p:cNvSpPr/>
          <p:nvPr/>
        </p:nvSpPr>
        <p:spPr>
          <a:xfrm>
            <a:off x="4565475" y="1495326"/>
            <a:ext cx="2294400" cy="3648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098" name="Google Shape;1098;p102"/>
          <p:cNvSpPr/>
          <p:nvPr/>
        </p:nvSpPr>
        <p:spPr>
          <a:xfrm>
            <a:off x="6849550" y="732775"/>
            <a:ext cx="2294400" cy="44106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099" name="Google Shape;1099;p102"/>
          <p:cNvSpPr txBox="1"/>
          <p:nvPr/>
        </p:nvSpPr>
        <p:spPr>
          <a:xfrm>
            <a:off x="375350"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lt1"/>
                </a:solidFill>
                <a:latin typeface="Newsreader"/>
                <a:ea typeface="Newsreader"/>
                <a:cs typeface="Newsreader"/>
                <a:sym typeface="Newsreader"/>
              </a:rPr>
              <a:t>01</a:t>
            </a:r>
            <a:endParaRPr sz="3000">
              <a:solidFill>
                <a:schemeClr val="lt1"/>
              </a:solidFill>
              <a:latin typeface="Newsreader"/>
              <a:ea typeface="Newsreader"/>
              <a:cs typeface="Newsreader"/>
              <a:sym typeface="Newsreader"/>
            </a:endParaRPr>
          </a:p>
        </p:txBody>
      </p:sp>
      <p:sp>
        <p:nvSpPr>
          <p:cNvPr id="1100" name="Google Shape;1100;p102"/>
          <p:cNvSpPr txBox="1"/>
          <p:nvPr>
            <p:ph idx="12" type="sldNum"/>
          </p:nvPr>
        </p:nvSpPr>
        <p:spPr>
          <a:xfrm>
            <a:off x="8435650" y="4779950"/>
            <a:ext cx="548700" cy="234000"/>
          </a:xfrm>
          <a:prstGeom prst="rect">
            <a:avLst/>
          </a:prstGeom>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sz="900">
                <a:solidFill>
                  <a:schemeClr val="lt1"/>
                </a:solidFill>
              </a:rPr>
              <a:t>‹#›</a:t>
            </a:fld>
            <a:endParaRPr sz="900">
              <a:solidFill>
                <a:schemeClr val="lt1"/>
              </a:solidFill>
            </a:endParaRPr>
          </a:p>
        </p:txBody>
      </p:sp>
      <p:sp>
        <p:nvSpPr>
          <p:cNvPr id="1101" name="Google Shape;1101;p102"/>
          <p:cNvSpPr txBox="1"/>
          <p:nvPr/>
        </p:nvSpPr>
        <p:spPr>
          <a:xfrm>
            <a:off x="2665113"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lt1"/>
                </a:solidFill>
                <a:latin typeface="Newsreader"/>
                <a:ea typeface="Newsreader"/>
                <a:cs typeface="Newsreader"/>
                <a:sym typeface="Newsreader"/>
              </a:rPr>
              <a:t>02</a:t>
            </a:r>
            <a:endParaRPr sz="3000">
              <a:solidFill>
                <a:schemeClr val="lt1"/>
              </a:solidFill>
              <a:latin typeface="Newsreader"/>
              <a:ea typeface="Newsreader"/>
              <a:cs typeface="Newsreader"/>
              <a:sym typeface="Newsreader"/>
            </a:endParaRPr>
          </a:p>
        </p:txBody>
      </p:sp>
      <p:sp>
        <p:nvSpPr>
          <p:cNvPr id="1102" name="Google Shape;1102;p102"/>
          <p:cNvSpPr txBox="1"/>
          <p:nvPr/>
        </p:nvSpPr>
        <p:spPr>
          <a:xfrm>
            <a:off x="4937688"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lt1"/>
                </a:solidFill>
                <a:latin typeface="Newsreader"/>
                <a:ea typeface="Newsreader"/>
                <a:cs typeface="Newsreader"/>
                <a:sym typeface="Newsreader"/>
              </a:rPr>
              <a:t>03</a:t>
            </a:r>
            <a:endParaRPr sz="3000">
              <a:solidFill>
                <a:schemeClr val="lt1"/>
              </a:solidFill>
              <a:latin typeface="Newsreader"/>
              <a:ea typeface="Newsreader"/>
              <a:cs typeface="Newsreader"/>
              <a:sym typeface="Newsreader"/>
            </a:endParaRPr>
          </a:p>
        </p:txBody>
      </p:sp>
      <p:sp>
        <p:nvSpPr>
          <p:cNvPr id="1103" name="Google Shape;1103;p102"/>
          <p:cNvSpPr txBox="1"/>
          <p:nvPr/>
        </p:nvSpPr>
        <p:spPr>
          <a:xfrm>
            <a:off x="7230513"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lt1"/>
                </a:solidFill>
                <a:latin typeface="Newsreader"/>
                <a:ea typeface="Newsreader"/>
                <a:cs typeface="Newsreader"/>
                <a:sym typeface="Newsreader"/>
              </a:rPr>
              <a:t>04</a:t>
            </a:r>
            <a:endParaRPr sz="3000">
              <a:solidFill>
                <a:schemeClr val="lt1"/>
              </a:solidFill>
              <a:latin typeface="Newsreader"/>
              <a:ea typeface="Newsreader"/>
              <a:cs typeface="Newsreader"/>
              <a:sym typeface="Newsreader"/>
            </a:endParaRPr>
          </a:p>
        </p:txBody>
      </p:sp>
      <p:sp>
        <p:nvSpPr>
          <p:cNvPr id="1104" name="Google Shape;1104;p102"/>
          <p:cNvSpPr txBox="1"/>
          <p:nvPr>
            <p:ph type="title"/>
          </p:nvPr>
        </p:nvSpPr>
        <p:spPr>
          <a:xfrm>
            <a:off x="640975" y="620007"/>
            <a:ext cx="3231600" cy="760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4000"/>
              <a:t>Future Plans</a:t>
            </a:r>
            <a:endParaRPr sz="4000"/>
          </a:p>
        </p:txBody>
      </p:sp>
      <p:sp>
        <p:nvSpPr>
          <p:cNvPr id="1105" name="Google Shape;1105;p102"/>
          <p:cNvSpPr txBox="1"/>
          <p:nvPr>
            <p:ph idx="2" type="subTitle"/>
          </p:nvPr>
        </p:nvSpPr>
        <p:spPr>
          <a:xfrm>
            <a:off x="347625" y="3126675"/>
            <a:ext cx="1689600" cy="959100"/>
          </a:xfrm>
          <a:prstGeom prst="rect">
            <a:avLst/>
          </a:prstGeom>
        </p:spPr>
        <p:txBody>
          <a:bodyPr anchorCtr="0" anchor="t" bIns="0" lIns="0" spcFirstLastPara="1" rIns="0" wrap="square" tIns="0">
            <a:noAutofit/>
          </a:bodyPr>
          <a:lstStyle/>
          <a:p>
            <a:pPr indent="0" lvl="0" marL="0" rtl="0" algn="l">
              <a:lnSpc>
                <a:spcPct val="90000"/>
              </a:lnSpc>
              <a:spcBef>
                <a:spcPts val="0"/>
              </a:spcBef>
              <a:spcAft>
                <a:spcPts val="0"/>
              </a:spcAft>
              <a:buNone/>
            </a:pPr>
            <a:r>
              <a:rPr lang="en" sz="1500"/>
              <a:t>Reduce bias in the model</a:t>
            </a:r>
            <a:endParaRPr sz="1500"/>
          </a:p>
          <a:p>
            <a:pPr indent="0" lvl="0" marL="0" rtl="0" algn="l">
              <a:lnSpc>
                <a:spcPct val="90000"/>
              </a:lnSpc>
              <a:spcBef>
                <a:spcPts val="0"/>
              </a:spcBef>
              <a:spcAft>
                <a:spcPts val="0"/>
              </a:spcAft>
              <a:buNone/>
            </a:pPr>
            <a:r>
              <a:t/>
            </a:r>
            <a:endParaRPr sz="1500"/>
          </a:p>
          <a:p>
            <a:pPr indent="0" lvl="0" marL="0" rtl="0" algn="l">
              <a:spcBef>
                <a:spcPts val="0"/>
              </a:spcBef>
              <a:spcAft>
                <a:spcPts val="0"/>
              </a:spcAft>
              <a:buNone/>
            </a:pPr>
            <a:r>
              <a:t/>
            </a:r>
            <a:endParaRPr/>
          </a:p>
        </p:txBody>
      </p:sp>
      <p:sp>
        <p:nvSpPr>
          <p:cNvPr id="1106" name="Google Shape;1106;p102"/>
          <p:cNvSpPr txBox="1"/>
          <p:nvPr>
            <p:ph idx="2" type="subTitle"/>
          </p:nvPr>
        </p:nvSpPr>
        <p:spPr>
          <a:xfrm>
            <a:off x="2544363" y="2530400"/>
            <a:ext cx="1771200" cy="959100"/>
          </a:xfrm>
          <a:prstGeom prst="rect">
            <a:avLst/>
          </a:prstGeom>
        </p:spPr>
        <p:txBody>
          <a:bodyPr anchorCtr="0" anchor="t" bIns="0" lIns="0" spcFirstLastPara="1" rIns="0" wrap="square" tIns="0">
            <a:noAutofit/>
          </a:bodyPr>
          <a:lstStyle/>
          <a:p>
            <a:pPr indent="0" lvl="0" marL="0" rtl="0" algn="l">
              <a:lnSpc>
                <a:spcPct val="90000"/>
              </a:lnSpc>
              <a:spcBef>
                <a:spcPts val="0"/>
              </a:spcBef>
              <a:spcAft>
                <a:spcPts val="0"/>
              </a:spcAft>
              <a:buNone/>
            </a:pPr>
            <a:r>
              <a:rPr lang="en" sz="1500"/>
              <a:t>Extension to Novel/Unclassified Contigs.</a:t>
            </a:r>
            <a:endParaRPr sz="1500"/>
          </a:p>
          <a:p>
            <a:pPr indent="0" lvl="0" marL="0" rtl="0" algn="l">
              <a:spcBef>
                <a:spcPts val="0"/>
              </a:spcBef>
              <a:spcAft>
                <a:spcPts val="0"/>
              </a:spcAft>
              <a:buNone/>
            </a:pPr>
            <a:r>
              <a:t/>
            </a:r>
            <a:endParaRPr/>
          </a:p>
        </p:txBody>
      </p:sp>
      <p:sp>
        <p:nvSpPr>
          <p:cNvPr id="1107" name="Google Shape;1107;p102"/>
          <p:cNvSpPr txBox="1"/>
          <p:nvPr>
            <p:ph idx="2" type="subTitle"/>
          </p:nvPr>
        </p:nvSpPr>
        <p:spPr>
          <a:xfrm>
            <a:off x="7230525" y="1169825"/>
            <a:ext cx="1689600" cy="959100"/>
          </a:xfrm>
          <a:prstGeom prst="rect">
            <a:avLst/>
          </a:prstGeom>
        </p:spPr>
        <p:txBody>
          <a:bodyPr anchorCtr="0" anchor="t" bIns="0" lIns="0" spcFirstLastPara="1" rIns="0" wrap="square" tIns="0">
            <a:noAutofit/>
          </a:bodyPr>
          <a:lstStyle/>
          <a:p>
            <a:pPr indent="0" lvl="0" marL="0" rtl="0" algn="l">
              <a:lnSpc>
                <a:spcPct val="90000"/>
              </a:lnSpc>
              <a:spcBef>
                <a:spcPts val="0"/>
              </a:spcBef>
              <a:spcAft>
                <a:spcPts val="0"/>
              </a:spcAft>
              <a:buNone/>
            </a:pPr>
            <a:r>
              <a:rPr lang="en" sz="1500"/>
              <a:t>Promote Explainability</a:t>
            </a:r>
            <a:endParaRPr sz="1500"/>
          </a:p>
          <a:p>
            <a:pPr indent="0" lvl="0" marL="0" rtl="0" algn="l">
              <a:spcBef>
                <a:spcPts val="0"/>
              </a:spcBef>
              <a:spcAft>
                <a:spcPts val="0"/>
              </a:spcAft>
              <a:buNone/>
            </a:pPr>
            <a:r>
              <a:t/>
            </a:r>
            <a:endParaRPr/>
          </a:p>
        </p:txBody>
      </p:sp>
      <p:sp>
        <p:nvSpPr>
          <p:cNvPr id="1108" name="Google Shape;1108;p102"/>
          <p:cNvSpPr txBox="1"/>
          <p:nvPr>
            <p:ph idx="2" type="subTitle"/>
          </p:nvPr>
        </p:nvSpPr>
        <p:spPr>
          <a:xfrm>
            <a:off x="4829425" y="1801500"/>
            <a:ext cx="1771200" cy="1442400"/>
          </a:xfrm>
          <a:prstGeom prst="rect">
            <a:avLst/>
          </a:prstGeom>
        </p:spPr>
        <p:txBody>
          <a:bodyPr anchorCtr="0" anchor="t" bIns="0" lIns="0" spcFirstLastPara="1" rIns="0" wrap="square" tIns="0">
            <a:noAutofit/>
          </a:bodyPr>
          <a:lstStyle/>
          <a:p>
            <a:pPr indent="0" lvl="0" marL="0" rtl="0" algn="l">
              <a:lnSpc>
                <a:spcPct val="90000"/>
              </a:lnSpc>
              <a:spcBef>
                <a:spcPts val="0"/>
              </a:spcBef>
              <a:spcAft>
                <a:spcPts val="0"/>
              </a:spcAft>
              <a:buNone/>
            </a:pPr>
            <a:r>
              <a:rPr lang="en" sz="1500"/>
              <a:t>Use an Large Language Model for more precise classification</a:t>
            </a:r>
            <a:endParaRPr sz="1500"/>
          </a:p>
          <a:p>
            <a:pPr indent="0" lvl="0" marL="0" rtl="0" algn="l">
              <a:spcBef>
                <a:spcPts val="0"/>
              </a:spcBef>
              <a:spcAft>
                <a:spcPts val="0"/>
              </a:spcAft>
              <a:buNone/>
            </a:pPr>
            <a:r>
              <a:t/>
            </a:r>
            <a:endParaRPr/>
          </a:p>
        </p:txBody>
      </p:sp>
      <p:sp>
        <p:nvSpPr>
          <p:cNvPr id="1109" name="Google Shape;1109;p102"/>
          <p:cNvSpPr txBox="1"/>
          <p:nvPr/>
        </p:nvSpPr>
        <p:spPr>
          <a:xfrm>
            <a:off x="1051250" y="4085775"/>
            <a:ext cx="1213500" cy="77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600">
                <a:solidFill>
                  <a:schemeClr val="lt1"/>
                </a:solidFill>
                <a:latin typeface="DM Sans"/>
                <a:ea typeface="DM Sans"/>
                <a:cs typeface="DM Sans"/>
                <a:sym typeface="DM Sans"/>
              </a:rPr>
              <a:t>✅</a:t>
            </a:r>
            <a:endParaRPr sz="3600">
              <a:solidFill>
                <a:schemeClr val="lt1"/>
              </a:solidFill>
              <a:latin typeface="DM Sans"/>
              <a:ea typeface="DM Sans"/>
              <a:cs typeface="DM Sans"/>
              <a:sym typeface="DM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494D"/>
        </a:solidFill>
      </p:bgPr>
    </p:bg>
    <p:spTree>
      <p:nvGrpSpPr>
        <p:cNvPr id="1113" name="Shape 1113"/>
        <p:cNvGrpSpPr/>
        <p:nvPr/>
      </p:nvGrpSpPr>
      <p:grpSpPr>
        <a:xfrm>
          <a:off x="0" y="0"/>
          <a:ext cx="0" cy="0"/>
          <a:chOff x="0" y="0"/>
          <a:chExt cx="0" cy="0"/>
        </a:xfrm>
      </p:grpSpPr>
      <p:sp>
        <p:nvSpPr>
          <p:cNvPr id="1114" name="Google Shape;1114;p103"/>
          <p:cNvSpPr txBox="1"/>
          <p:nvPr>
            <p:ph idx="12" type="sldNum"/>
          </p:nvPr>
        </p:nvSpPr>
        <p:spPr>
          <a:xfrm>
            <a:off x="6457950" y="4767263"/>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1115" name="Google Shape;1115;p103"/>
          <p:cNvSpPr txBox="1"/>
          <p:nvPr/>
        </p:nvSpPr>
        <p:spPr>
          <a:xfrm>
            <a:off x="1903600" y="0"/>
            <a:ext cx="5382900" cy="51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100">
                <a:solidFill>
                  <a:schemeClr val="lt1"/>
                </a:solidFill>
              </a:rPr>
              <a:t>Heat Map of Classification Models of 80% Clustered Sequences</a:t>
            </a:r>
            <a:endParaRPr b="1" sz="2100">
              <a:solidFill>
                <a:schemeClr val="lt1"/>
              </a:solidFill>
            </a:endParaRPr>
          </a:p>
        </p:txBody>
      </p:sp>
      <p:sp>
        <p:nvSpPr>
          <p:cNvPr id="1116" name="Google Shape;1116;p103"/>
          <p:cNvSpPr txBox="1"/>
          <p:nvPr/>
        </p:nvSpPr>
        <p:spPr>
          <a:xfrm rot="-5400000">
            <a:off x="75725" y="2217325"/>
            <a:ext cx="3352500" cy="59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chemeClr val="lt1"/>
                </a:solidFill>
              </a:rPr>
              <a:t>Amount of Sequences</a:t>
            </a:r>
            <a:endParaRPr b="1" sz="2100">
              <a:solidFill>
                <a:schemeClr val="lt1"/>
              </a:solidFill>
            </a:endParaRPr>
          </a:p>
        </p:txBody>
      </p:sp>
      <p:sp>
        <p:nvSpPr>
          <p:cNvPr id="1117" name="Google Shape;1117;p103"/>
          <p:cNvSpPr txBox="1"/>
          <p:nvPr/>
        </p:nvSpPr>
        <p:spPr>
          <a:xfrm>
            <a:off x="3145000" y="4716825"/>
            <a:ext cx="4710300" cy="27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chemeClr val="lt1"/>
                </a:solidFill>
              </a:rPr>
              <a:t>Classification Models</a:t>
            </a:r>
            <a:endParaRPr b="1" sz="2100">
              <a:solidFill>
                <a:schemeClr val="lt1"/>
              </a:solidFill>
            </a:endParaRPr>
          </a:p>
        </p:txBody>
      </p:sp>
      <p:pic>
        <p:nvPicPr>
          <p:cNvPr id="1118" name="Google Shape;1118;p103"/>
          <p:cNvPicPr preferRelativeResize="0"/>
          <p:nvPr/>
        </p:nvPicPr>
        <p:blipFill rotWithShape="1">
          <a:blip r:embed="rId3">
            <a:alphaModFix/>
          </a:blip>
          <a:srcRect b="0" l="0" r="0" t="0"/>
          <a:stretch/>
        </p:blipFill>
        <p:spPr>
          <a:xfrm>
            <a:off x="2355050" y="840475"/>
            <a:ext cx="4318125" cy="38951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2" name="Shape 1122"/>
        <p:cNvGrpSpPr/>
        <p:nvPr/>
      </p:nvGrpSpPr>
      <p:grpSpPr>
        <a:xfrm>
          <a:off x="0" y="0"/>
          <a:ext cx="0" cy="0"/>
          <a:chOff x="0" y="0"/>
          <a:chExt cx="0" cy="0"/>
        </a:xfrm>
      </p:grpSpPr>
      <p:sp>
        <p:nvSpPr>
          <p:cNvPr id="1123" name="Google Shape;1123;p104"/>
          <p:cNvSpPr txBox="1"/>
          <p:nvPr>
            <p:ph type="title"/>
          </p:nvPr>
        </p:nvSpPr>
        <p:spPr>
          <a:xfrm>
            <a:off x="359100" y="388850"/>
            <a:ext cx="5356800" cy="597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2800"/>
              <a:t>Acknowledgements</a:t>
            </a:r>
            <a:endParaRPr sz="2800"/>
          </a:p>
        </p:txBody>
      </p:sp>
      <p:pic>
        <p:nvPicPr>
          <p:cNvPr descr="A glass ceiling" id="1124" name="Google Shape;1124;p104"/>
          <p:cNvPicPr preferRelativeResize="0"/>
          <p:nvPr/>
        </p:nvPicPr>
        <p:blipFill rotWithShape="1">
          <a:blip r:embed="rId3">
            <a:alphaModFix/>
          </a:blip>
          <a:srcRect b="10956" l="0" r="0" t="10956"/>
          <a:stretch/>
        </p:blipFill>
        <p:spPr>
          <a:xfrm>
            <a:off x="6289150" y="1793125"/>
            <a:ext cx="2853300" cy="3350400"/>
          </a:xfrm>
          <a:prstGeom prst="rect">
            <a:avLst/>
          </a:prstGeom>
          <a:noFill/>
          <a:ln>
            <a:noFill/>
          </a:ln>
        </p:spPr>
      </p:pic>
      <p:cxnSp>
        <p:nvCxnSpPr>
          <p:cNvPr id="1125" name="Google Shape;1125;p104"/>
          <p:cNvCxnSpPr/>
          <p:nvPr/>
        </p:nvCxnSpPr>
        <p:spPr>
          <a:xfrm>
            <a:off x="356100" y="3843349"/>
            <a:ext cx="5362800" cy="0"/>
          </a:xfrm>
          <a:prstGeom prst="straightConnector1">
            <a:avLst/>
          </a:prstGeom>
          <a:noFill/>
          <a:ln cap="flat" cmpd="sng" w="9525">
            <a:solidFill>
              <a:schemeClr val="accent6"/>
            </a:solidFill>
            <a:prstDash val="solid"/>
            <a:round/>
            <a:headEnd len="med" w="med" type="none"/>
            <a:tailEnd len="med" w="med" type="none"/>
          </a:ln>
        </p:spPr>
      </p:cxnSp>
      <p:sp>
        <p:nvSpPr>
          <p:cNvPr id="1126" name="Google Shape;1126;p104"/>
          <p:cNvSpPr txBox="1"/>
          <p:nvPr/>
        </p:nvSpPr>
        <p:spPr>
          <a:xfrm>
            <a:off x="359100" y="915350"/>
            <a:ext cx="5356800" cy="3636000"/>
          </a:xfrm>
          <a:prstGeom prst="rect">
            <a:avLst/>
          </a:prstGeom>
          <a:noFill/>
          <a:ln>
            <a:noFill/>
          </a:ln>
        </p:spPr>
        <p:txBody>
          <a:bodyPr anchorCtr="0" anchor="t" bIns="91425" lIns="91425" spcFirstLastPara="1" rIns="91425" wrap="square" tIns="91425">
            <a:noAutofit/>
          </a:bodyPr>
          <a:lstStyle/>
          <a:p>
            <a:pPr indent="-336550" lvl="0" marL="457200" rtl="0" algn="l">
              <a:lnSpc>
                <a:spcPct val="115000"/>
              </a:lnSpc>
              <a:spcBef>
                <a:spcPts val="0"/>
              </a:spcBef>
              <a:spcAft>
                <a:spcPts val="0"/>
              </a:spcAft>
              <a:buClr>
                <a:schemeClr val="lt1"/>
              </a:buClr>
              <a:buSzPts val="1700"/>
              <a:buFont typeface="DM Sans"/>
              <a:buChar char="-"/>
            </a:pPr>
            <a:r>
              <a:rPr lang="en" sz="1700">
                <a:solidFill>
                  <a:schemeClr val="lt1"/>
                </a:solidFill>
                <a:latin typeface="DM Sans"/>
                <a:ea typeface="DM Sans"/>
                <a:cs typeface="DM Sans"/>
                <a:sym typeface="DM Sans"/>
              </a:rPr>
              <a:t>Professor Cesar Espinoza (mentorship and guidance) and Professor Angelika Niemz (SURE </a:t>
            </a:r>
            <a:r>
              <a:rPr lang="en" sz="1700">
                <a:solidFill>
                  <a:schemeClr val="lt1"/>
                </a:solidFill>
                <a:latin typeface="DM Sans"/>
                <a:ea typeface="DM Sans"/>
                <a:cs typeface="DM Sans"/>
                <a:sym typeface="DM Sans"/>
              </a:rPr>
              <a:t>program and guidance</a:t>
            </a:r>
            <a:r>
              <a:rPr lang="en" sz="1700">
                <a:solidFill>
                  <a:schemeClr val="lt1"/>
                </a:solidFill>
                <a:latin typeface="DM Sans"/>
                <a:ea typeface="DM Sans"/>
                <a:cs typeface="DM Sans"/>
                <a:sym typeface="DM Sans"/>
              </a:rPr>
              <a:t>)</a:t>
            </a:r>
            <a:endParaRPr sz="1700">
              <a:solidFill>
                <a:schemeClr val="lt1"/>
              </a:solidFill>
              <a:latin typeface="DM Sans"/>
              <a:ea typeface="DM Sans"/>
              <a:cs typeface="DM Sans"/>
              <a:sym typeface="DM Sans"/>
            </a:endParaRPr>
          </a:p>
          <a:p>
            <a:pPr indent="0" lvl="0" marL="457200" rtl="0" algn="l">
              <a:lnSpc>
                <a:spcPct val="115000"/>
              </a:lnSpc>
              <a:spcBef>
                <a:spcPts val="0"/>
              </a:spcBef>
              <a:spcAft>
                <a:spcPts val="0"/>
              </a:spcAft>
              <a:buNone/>
            </a:pPr>
            <a:r>
              <a:t/>
            </a:r>
            <a:endParaRPr sz="1700">
              <a:solidFill>
                <a:schemeClr val="lt1"/>
              </a:solidFill>
              <a:latin typeface="DM Sans"/>
              <a:ea typeface="DM Sans"/>
              <a:cs typeface="DM Sans"/>
              <a:sym typeface="DM Sans"/>
            </a:endParaRPr>
          </a:p>
          <a:p>
            <a:pPr indent="-336550" lvl="0" marL="457200" rtl="0" algn="l">
              <a:lnSpc>
                <a:spcPct val="115000"/>
              </a:lnSpc>
              <a:spcBef>
                <a:spcPts val="0"/>
              </a:spcBef>
              <a:spcAft>
                <a:spcPts val="0"/>
              </a:spcAft>
              <a:buClr>
                <a:schemeClr val="lt1"/>
              </a:buClr>
              <a:buSzPts val="1700"/>
              <a:buFont typeface="DM Sans"/>
              <a:buChar char="-"/>
            </a:pPr>
            <a:r>
              <a:rPr lang="en" sz="1700">
                <a:solidFill>
                  <a:schemeClr val="lt1"/>
                </a:solidFill>
                <a:latin typeface="DM Sans"/>
                <a:ea typeface="DM Sans"/>
                <a:cs typeface="DM Sans"/>
                <a:sym typeface="DM Sans"/>
              </a:rPr>
              <a:t>Virus-Host DB and the NCBI (data base)</a:t>
            </a:r>
            <a:endParaRPr sz="1700">
              <a:solidFill>
                <a:schemeClr val="lt1"/>
              </a:solidFill>
              <a:latin typeface="DM Sans"/>
              <a:ea typeface="DM Sans"/>
              <a:cs typeface="DM Sans"/>
              <a:sym typeface="DM Sans"/>
            </a:endParaRPr>
          </a:p>
          <a:p>
            <a:pPr indent="0" lvl="0" marL="457200" rtl="0" algn="l">
              <a:lnSpc>
                <a:spcPct val="115000"/>
              </a:lnSpc>
              <a:spcBef>
                <a:spcPts val="0"/>
              </a:spcBef>
              <a:spcAft>
                <a:spcPts val="0"/>
              </a:spcAft>
              <a:buNone/>
            </a:pPr>
            <a:r>
              <a:t/>
            </a:r>
            <a:endParaRPr sz="1700">
              <a:solidFill>
                <a:schemeClr val="lt1"/>
              </a:solidFill>
              <a:latin typeface="DM Sans"/>
              <a:ea typeface="DM Sans"/>
              <a:cs typeface="DM Sans"/>
              <a:sym typeface="DM Sans"/>
            </a:endParaRPr>
          </a:p>
          <a:p>
            <a:pPr indent="-336550" lvl="0" marL="457200" rtl="0" algn="l">
              <a:lnSpc>
                <a:spcPct val="115000"/>
              </a:lnSpc>
              <a:spcBef>
                <a:spcPts val="0"/>
              </a:spcBef>
              <a:spcAft>
                <a:spcPts val="0"/>
              </a:spcAft>
              <a:buClr>
                <a:schemeClr val="lt1"/>
              </a:buClr>
              <a:buSzPts val="1700"/>
              <a:buFont typeface="DM Sans"/>
              <a:buChar char="-"/>
            </a:pPr>
            <a:r>
              <a:rPr lang="en" sz="1700">
                <a:solidFill>
                  <a:schemeClr val="lt1"/>
                </a:solidFill>
                <a:latin typeface="DM Sans"/>
                <a:ea typeface="DM Sans"/>
                <a:cs typeface="DM Sans"/>
                <a:sym typeface="DM Sans"/>
              </a:rPr>
              <a:t>ESM Metagenomic Atlas (embedding tool for protein sequences)</a:t>
            </a:r>
            <a:endParaRPr sz="1700">
              <a:solidFill>
                <a:schemeClr val="lt1"/>
              </a:solidFill>
              <a:latin typeface="DM Sans"/>
              <a:ea typeface="DM Sans"/>
              <a:cs typeface="DM Sans"/>
              <a:sym typeface="DM Sans"/>
            </a:endParaRPr>
          </a:p>
          <a:p>
            <a:pPr indent="0" lvl="0" marL="457200" rtl="0" algn="l">
              <a:lnSpc>
                <a:spcPct val="115000"/>
              </a:lnSpc>
              <a:spcBef>
                <a:spcPts val="0"/>
              </a:spcBef>
              <a:spcAft>
                <a:spcPts val="0"/>
              </a:spcAft>
              <a:buNone/>
            </a:pPr>
            <a:r>
              <a:t/>
            </a:r>
            <a:endParaRPr sz="1700">
              <a:solidFill>
                <a:schemeClr val="lt1"/>
              </a:solidFill>
              <a:latin typeface="DM Sans"/>
              <a:ea typeface="DM Sans"/>
              <a:cs typeface="DM Sans"/>
              <a:sym typeface="DM Sans"/>
            </a:endParaRPr>
          </a:p>
          <a:p>
            <a:pPr indent="-336550" lvl="0" marL="457200" rtl="0" algn="l">
              <a:lnSpc>
                <a:spcPct val="115000"/>
              </a:lnSpc>
              <a:spcBef>
                <a:spcPts val="0"/>
              </a:spcBef>
              <a:spcAft>
                <a:spcPts val="0"/>
              </a:spcAft>
              <a:buClr>
                <a:schemeClr val="lt1"/>
              </a:buClr>
              <a:buSzPts val="1700"/>
              <a:buFont typeface="DM Sans"/>
              <a:buChar char="-"/>
            </a:pPr>
            <a:r>
              <a:rPr lang="en" sz="1700">
                <a:solidFill>
                  <a:schemeClr val="lt1"/>
                </a:solidFill>
                <a:latin typeface="DM Sans"/>
                <a:ea typeface="DM Sans"/>
                <a:cs typeface="DM Sans"/>
                <a:sym typeface="DM Sans"/>
              </a:rPr>
              <a:t>KGI (funding) and USC Laguna computing servers (faster data processing)</a:t>
            </a:r>
            <a:endParaRPr sz="1700">
              <a:solidFill>
                <a:schemeClr val="lt1"/>
              </a:solidFill>
              <a:latin typeface="DM Sans"/>
              <a:ea typeface="DM Sans"/>
              <a:cs typeface="DM Sans"/>
              <a:sym typeface="DM Sans"/>
            </a:endParaRPr>
          </a:p>
        </p:txBody>
      </p:sp>
      <p:sp>
        <p:nvSpPr>
          <p:cNvPr id="1127" name="Google Shape;1127;p104"/>
          <p:cNvSpPr txBox="1"/>
          <p:nvPr>
            <p:ph idx="12" type="sldNum"/>
          </p:nvPr>
        </p:nvSpPr>
        <p:spPr>
          <a:xfrm>
            <a:off x="8456575" y="4779950"/>
            <a:ext cx="548700" cy="234000"/>
          </a:xfrm>
          <a:prstGeom prst="rect">
            <a:avLst/>
          </a:prstGeom>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sz="900">
                <a:solidFill>
                  <a:schemeClr val="dk1"/>
                </a:solidFill>
              </a:rPr>
              <a:t>‹#›</a:t>
            </a:fld>
            <a:endParaRPr sz="900">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1" name="Shape 1131"/>
        <p:cNvGrpSpPr/>
        <p:nvPr/>
      </p:nvGrpSpPr>
      <p:grpSpPr>
        <a:xfrm>
          <a:off x="0" y="0"/>
          <a:ext cx="0" cy="0"/>
          <a:chOff x="0" y="0"/>
          <a:chExt cx="0" cy="0"/>
        </a:xfrm>
      </p:grpSpPr>
      <p:sp>
        <p:nvSpPr>
          <p:cNvPr id="1132" name="Google Shape;1132;p105"/>
          <p:cNvSpPr txBox="1"/>
          <p:nvPr>
            <p:ph type="title"/>
          </p:nvPr>
        </p:nvSpPr>
        <p:spPr>
          <a:xfrm>
            <a:off x="451472" y="2024100"/>
            <a:ext cx="4163100" cy="1372500"/>
          </a:xfrm>
          <a:prstGeom prst="rect">
            <a:avLst/>
          </a:prstGeom>
        </p:spPr>
        <p:txBody>
          <a:bodyPr anchorCtr="0" anchor="b" bIns="0" lIns="0" spcFirstLastPara="1" rIns="0" wrap="square" tIns="0">
            <a:noAutofit/>
          </a:bodyPr>
          <a:lstStyle/>
          <a:p>
            <a:pPr indent="0" lvl="0" marL="0" rtl="0" algn="l">
              <a:lnSpc>
                <a:spcPct val="100000"/>
              </a:lnSpc>
              <a:spcBef>
                <a:spcPts val="0"/>
              </a:spcBef>
              <a:spcAft>
                <a:spcPts val="0"/>
              </a:spcAft>
              <a:buNone/>
            </a:pPr>
            <a:r>
              <a:rPr lang="en" sz="6100"/>
              <a:t>Thank you</a:t>
            </a:r>
            <a:endParaRPr sz="6100"/>
          </a:p>
        </p:txBody>
      </p:sp>
      <p:sp>
        <p:nvSpPr>
          <p:cNvPr id="1133" name="Google Shape;1133;p10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37" name="Shape 1137"/>
        <p:cNvGrpSpPr/>
        <p:nvPr/>
      </p:nvGrpSpPr>
      <p:grpSpPr>
        <a:xfrm>
          <a:off x="0" y="0"/>
          <a:ext cx="0" cy="0"/>
          <a:chOff x="0" y="0"/>
          <a:chExt cx="0" cy="0"/>
        </a:xfrm>
      </p:grpSpPr>
      <p:sp>
        <p:nvSpPr>
          <p:cNvPr id="1138" name="Google Shape;1138;p106"/>
          <p:cNvSpPr txBox="1"/>
          <p:nvPr>
            <p:ph type="title"/>
          </p:nvPr>
        </p:nvSpPr>
        <p:spPr>
          <a:xfrm>
            <a:off x="361975" y="1036500"/>
            <a:ext cx="6285900" cy="17178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6200"/>
              <a:t>How do LLMs work?</a:t>
            </a:r>
            <a:endParaRPr i="1" sz="6200"/>
          </a:p>
        </p:txBody>
      </p:sp>
      <p:sp>
        <p:nvSpPr>
          <p:cNvPr id="1139" name="Google Shape;1139;p106"/>
          <p:cNvSpPr txBox="1"/>
          <p:nvPr>
            <p:ph idx="12" type="sldNum"/>
          </p:nvPr>
        </p:nvSpPr>
        <p:spPr>
          <a:xfrm>
            <a:off x="8418475" y="4779950"/>
            <a:ext cx="548700" cy="234000"/>
          </a:xfrm>
          <a:prstGeom prst="rect">
            <a:avLst/>
          </a:prstGeom>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sz="900"/>
              <a:t>‹#›</a:t>
            </a:fld>
            <a:endParaRPr sz="900"/>
          </a:p>
        </p:txBody>
      </p:sp>
      <p:sp>
        <p:nvSpPr>
          <p:cNvPr id="1140" name="Google Shape;1140;p106"/>
          <p:cNvSpPr txBox="1"/>
          <p:nvPr>
            <p:ph idx="4" type="subTitle"/>
          </p:nvPr>
        </p:nvSpPr>
        <p:spPr>
          <a:xfrm>
            <a:off x="361975" y="716822"/>
            <a:ext cx="4163100" cy="124800"/>
          </a:xfrm>
          <a:prstGeom prst="rect">
            <a:avLst/>
          </a:prstGeom>
        </p:spPr>
        <p:txBody>
          <a:bodyPr anchorCtr="0" anchor="t" bIns="0" lIns="0" spcFirstLastPara="1" rIns="0" wrap="square" tIns="0">
            <a:noAutofit/>
          </a:bodyPr>
          <a:lstStyle/>
          <a:p>
            <a:pPr indent="0" lvl="0" marL="0" rtl="0" algn="l">
              <a:lnSpc>
                <a:spcPct val="90000"/>
              </a:lnSpc>
              <a:spcBef>
                <a:spcPts val="0"/>
              </a:spcBef>
              <a:spcAft>
                <a:spcPts val="0"/>
              </a:spcAft>
              <a:buNone/>
            </a:pPr>
            <a:r>
              <a:rPr lang="en" sz="900"/>
              <a:t>Large Language Models</a:t>
            </a:r>
            <a:endParaRPr sz="9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44" name="Shape 1144"/>
        <p:cNvGrpSpPr/>
        <p:nvPr/>
      </p:nvGrpSpPr>
      <p:grpSpPr>
        <a:xfrm>
          <a:off x="0" y="0"/>
          <a:ext cx="0" cy="0"/>
          <a:chOff x="0" y="0"/>
          <a:chExt cx="0" cy="0"/>
        </a:xfrm>
      </p:grpSpPr>
      <p:pic>
        <p:nvPicPr>
          <p:cNvPr id="1145" name="Google Shape;1145;p107"/>
          <p:cNvPicPr preferRelativeResize="0"/>
          <p:nvPr/>
        </p:nvPicPr>
        <p:blipFill rotWithShape="1">
          <a:blip r:embed="rId3">
            <a:alphaModFix/>
          </a:blip>
          <a:srcRect b="0" l="0" r="0" t="735"/>
          <a:stretch/>
        </p:blipFill>
        <p:spPr>
          <a:xfrm>
            <a:off x="4467150" y="0"/>
            <a:ext cx="743500" cy="5143501"/>
          </a:xfrm>
          <a:prstGeom prst="rect">
            <a:avLst/>
          </a:prstGeom>
          <a:noFill/>
          <a:ln>
            <a:noFill/>
          </a:ln>
        </p:spPr>
      </p:pic>
      <p:sp>
        <p:nvSpPr>
          <p:cNvPr id="1146" name="Google Shape;1146;p107"/>
          <p:cNvSpPr txBox="1"/>
          <p:nvPr>
            <p:ph type="title"/>
          </p:nvPr>
        </p:nvSpPr>
        <p:spPr>
          <a:xfrm>
            <a:off x="5533600" y="989100"/>
            <a:ext cx="3243000" cy="1467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4200"/>
              <a:t>How much do we know?</a:t>
            </a:r>
            <a:endParaRPr sz="4200"/>
          </a:p>
        </p:txBody>
      </p:sp>
      <p:sp>
        <p:nvSpPr>
          <p:cNvPr id="1147" name="Google Shape;1147;p107"/>
          <p:cNvSpPr txBox="1"/>
          <p:nvPr>
            <p:ph idx="12" type="sldNum"/>
          </p:nvPr>
        </p:nvSpPr>
        <p:spPr>
          <a:xfrm>
            <a:off x="8502325" y="4850200"/>
            <a:ext cx="548700" cy="234000"/>
          </a:xfrm>
          <a:prstGeom prst="rect">
            <a:avLst/>
          </a:prstGeom>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sz="900"/>
              <a:t>‹#›</a:t>
            </a:fld>
            <a:endParaRPr sz="900"/>
          </a:p>
        </p:txBody>
      </p:sp>
      <p:sp>
        <p:nvSpPr>
          <p:cNvPr id="1148" name="Google Shape;1148;p107"/>
          <p:cNvSpPr txBox="1"/>
          <p:nvPr>
            <p:ph idx="4" type="subTitle"/>
          </p:nvPr>
        </p:nvSpPr>
        <p:spPr>
          <a:xfrm>
            <a:off x="5533600" y="732775"/>
            <a:ext cx="3783600" cy="153900"/>
          </a:xfrm>
          <a:prstGeom prst="rect">
            <a:avLst/>
          </a:prstGeom>
        </p:spPr>
        <p:txBody>
          <a:bodyPr anchorCtr="0" anchor="b" bIns="0" lIns="0" spcFirstLastPara="1" rIns="0" wrap="square" tIns="0">
            <a:spAutoFit/>
          </a:bodyPr>
          <a:lstStyle/>
          <a:p>
            <a:pPr indent="0" lvl="0" marL="0" rtl="0" algn="l">
              <a:lnSpc>
                <a:spcPct val="115000"/>
              </a:lnSpc>
              <a:spcBef>
                <a:spcPts val="0"/>
              </a:spcBef>
              <a:spcAft>
                <a:spcPts val="0"/>
              </a:spcAft>
              <a:buNone/>
            </a:pPr>
            <a:r>
              <a:rPr lang="en"/>
              <a:t>Bacteria/Virus Relationships</a:t>
            </a:r>
            <a:endParaRPr/>
          </a:p>
        </p:txBody>
      </p:sp>
      <p:pic>
        <p:nvPicPr>
          <p:cNvPr id="1149" name="Google Shape;1149;p107"/>
          <p:cNvPicPr preferRelativeResize="0"/>
          <p:nvPr/>
        </p:nvPicPr>
        <p:blipFill>
          <a:blip r:embed="rId4">
            <a:alphaModFix/>
          </a:blip>
          <a:stretch>
            <a:fillRect/>
          </a:stretch>
        </p:blipFill>
        <p:spPr>
          <a:xfrm>
            <a:off x="246402" y="799175"/>
            <a:ext cx="4713199" cy="3545126"/>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53" name="Shape 1153"/>
        <p:cNvGrpSpPr/>
        <p:nvPr/>
      </p:nvGrpSpPr>
      <p:grpSpPr>
        <a:xfrm>
          <a:off x="0" y="0"/>
          <a:ext cx="0" cy="0"/>
          <a:chOff x="0" y="0"/>
          <a:chExt cx="0" cy="0"/>
        </a:xfrm>
      </p:grpSpPr>
      <p:sp>
        <p:nvSpPr>
          <p:cNvPr id="1154" name="Google Shape;1154;p108"/>
          <p:cNvSpPr txBox="1"/>
          <p:nvPr>
            <p:ph idx="12" type="sldNum"/>
          </p:nvPr>
        </p:nvSpPr>
        <p:spPr>
          <a:xfrm>
            <a:off x="8359325" y="4779950"/>
            <a:ext cx="548700" cy="234000"/>
          </a:xfrm>
          <a:prstGeom prst="rect">
            <a:avLst/>
          </a:prstGeom>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sz="900"/>
              <a:t>‹#›</a:t>
            </a:fld>
            <a:endParaRPr sz="900"/>
          </a:p>
        </p:txBody>
      </p:sp>
      <p:sp>
        <p:nvSpPr>
          <p:cNvPr id="1155" name="Google Shape;1155;p108"/>
          <p:cNvSpPr txBox="1"/>
          <p:nvPr>
            <p:ph idx="3" type="subTitle"/>
          </p:nvPr>
        </p:nvSpPr>
        <p:spPr>
          <a:xfrm>
            <a:off x="4196225" y="1019497"/>
            <a:ext cx="4163100" cy="124800"/>
          </a:xfrm>
          <a:prstGeom prst="rect">
            <a:avLst/>
          </a:prstGeom>
        </p:spPr>
        <p:txBody>
          <a:bodyPr anchorCtr="0" anchor="b" bIns="0" lIns="0" spcFirstLastPara="1" rIns="0" wrap="square" tIns="0">
            <a:spAutoFit/>
          </a:bodyPr>
          <a:lstStyle/>
          <a:p>
            <a:pPr indent="0" lvl="0" marL="0" rtl="0" algn="l">
              <a:lnSpc>
                <a:spcPct val="90000"/>
              </a:lnSpc>
              <a:spcBef>
                <a:spcPts val="0"/>
              </a:spcBef>
              <a:spcAft>
                <a:spcPts val="0"/>
              </a:spcAft>
              <a:buNone/>
            </a:pPr>
            <a:r>
              <a:rPr lang="en" sz="900"/>
              <a:t>Large Language Models</a:t>
            </a:r>
            <a:endParaRPr sz="900"/>
          </a:p>
        </p:txBody>
      </p:sp>
      <p:sp>
        <p:nvSpPr>
          <p:cNvPr id="1156" name="Google Shape;1156;p108"/>
          <p:cNvSpPr txBox="1"/>
          <p:nvPr>
            <p:ph type="title"/>
          </p:nvPr>
        </p:nvSpPr>
        <p:spPr>
          <a:xfrm>
            <a:off x="4196225" y="1300925"/>
            <a:ext cx="3869700" cy="562200"/>
          </a:xfrm>
          <a:prstGeom prst="rect">
            <a:avLst/>
          </a:prstGeom>
        </p:spPr>
        <p:txBody>
          <a:bodyPr anchorCtr="0" anchor="b" bIns="0" lIns="0" spcFirstLastPara="1" rIns="0" wrap="square" tIns="0">
            <a:noAutofit/>
          </a:bodyPr>
          <a:lstStyle/>
          <a:p>
            <a:pPr indent="0" lvl="0" marL="0" marR="203200" rtl="0" algn="l">
              <a:spcBef>
                <a:spcPts val="0"/>
              </a:spcBef>
              <a:spcAft>
                <a:spcPts val="0"/>
              </a:spcAft>
              <a:buNone/>
            </a:pPr>
            <a:r>
              <a:rPr lang="en" sz="3000"/>
              <a:t>Why use LLMs?</a:t>
            </a:r>
            <a:endParaRPr i="1" sz="3000"/>
          </a:p>
        </p:txBody>
      </p:sp>
      <p:sp>
        <p:nvSpPr>
          <p:cNvPr id="1157" name="Google Shape;1157;p108"/>
          <p:cNvSpPr txBox="1"/>
          <p:nvPr>
            <p:ph idx="4" type="body"/>
          </p:nvPr>
        </p:nvSpPr>
        <p:spPr>
          <a:xfrm>
            <a:off x="4196225" y="2187500"/>
            <a:ext cx="3554400" cy="1936500"/>
          </a:xfrm>
          <a:prstGeom prst="rect">
            <a:avLst/>
          </a:prstGeom>
        </p:spPr>
        <p:txBody>
          <a:bodyPr anchorCtr="0" anchor="t" bIns="0" lIns="0" spcFirstLastPara="1" rIns="0" wrap="square" tIns="0">
            <a:noAutofit/>
          </a:bodyPr>
          <a:lstStyle/>
          <a:p>
            <a:pPr indent="-336550" lvl="0" marL="457200" rtl="0" algn="l">
              <a:spcBef>
                <a:spcPts val="0"/>
              </a:spcBef>
              <a:spcAft>
                <a:spcPts val="0"/>
              </a:spcAft>
              <a:buSzPts val="1700"/>
              <a:buChar char="-"/>
            </a:pPr>
            <a:r>
              <a:rPr lang="en" sz="1700"/>
              <a:t>C</a:t>
            </a:r>
            <a:r>
              <a:rPr lang="en" sz="1700"/>
              <a:t>ircumvent cultivation bias</a:t>
            </a:r>
            <a:endParaRPr sz="1700"/>
          </a:p>
          <a:p>
            <a:pPr indent="0" lvl="0" marL="457200" rtl="0" algn="l">
              <a:spcBef>
                <a:spcPts val="0"/>
              </a:spcBef>
              <a:spcAft>
                <a:spcPts val="0"/>
              </a:spcAft>
              <a:buNone/>
            </a:pPr>
            <a:r>
              <a:t/>
            </a:r>
            <a:endParaRPr sz="1700"/>
          </a:p>
          <a:p>
            <a:pPr indent="-336550" lvl="0" marL="457200" rtl="0" algn="l">
              <a:lnSpc>
                <a:spcPct val="115000"/>
              </a:lnSpc>
              <a:spcBef>
                <a:spcPts val="0"/>
              </a:spcBef>
              <a:spcAft>
                <a:spcPts val="0"/>
              </a:spcAft>
              <a:buSzPts val="1700"/>
              <a:buChar char="-"/>
            </a:pPr>
            <a:r>
              <a:rPr lang="en" sz="1700"/>
              <a:t>Identifies patterns in virus metagenomics</a:t>
            </a:r>
            <a:endParaRPr sz="1700"/>
          </a:p>
        </p:txBody>
      </p:sp>
      <p:sp>
        <p:nvSpPr>
          <p:cNvPr id="1158" name="Google Shape;1158;p108"/>
          <p:cNvSpPr txBox="1"/>
          <p:nvPr/>
        </p:nvSpPr>
        <p:spPr>
          <a:xfrm>
            <a:off x="289875" y="4313725"/>
            <a:ext cx="47805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OpenAI. (2025). </a:t>
            </a:r>
            <a:r>
              <a:rPr i="1" lang="en" sz="1100">
                <a:solidFill>
                  <a:schemeClr val="dk1"/>
                </a:solidFill>
              </a:rPr>
              <a:t>Digital illustration representing a large language model</a:t>
            </a:r>
            <a:r>
              <a:rPr lang="en" sz="1100">
                <a:solidFill>
                  <a:schemeClr val="dk1"/>
                </a:solidFill>
              </a:rPr>
              <a:t> [AI-generated image]. ChatGPT. </a:t>
            </a:r>
            <a:r>
              <a:rPr lang="en" sz="1100">
                <a:solidFill>
                  <a:schemeClr val="dk1"/>
                </a:solidFill>
                <a:uFill>
                  <a:noFill/>
                </a:uFill>
                <a:hlinkClick r:id="rId3">
                  <a:extLst>
                    <a:ext uri="{A12FA001-AC4F-418D-AE19-62706E023703}">
                      <ahyp:hlinkClr val="tx"/>
                    </a:ext>
                  </a:extLst>
                </a:hlinkClick>
              </a:rPr>
              <a:t>https://chat.openai.com/</a:t>
            </a:r>
            <a:endParaRPr sz="1800">
              <a:solidFill>
                <a:schemeClr val="dk1"/>
              </a:solidFill>
            </a:endParaRPr>
          </a:p>
          <a:p>
            <a:pPr indent="0" lvl="0" marL="0" rtl="0" algn="l">
              <a:spcBef>
                <a:spcPts val="0"/>
              </a:spcBef>
              <a:spcAft>
                <a:spcPts val="0"/>
              </a:spcAft>
              <a:buNone/>
            </a:pPr>
            <a:r>
              <a:t/>
            </a:r>
            <a:endParaRPr sz="1200">
              <a:solidFill>
                <a:schemeClr val="lt1"/>
              </a:solidFill>
              <a:latin typeface="DM Sans"/>
              <a:ea typeface="DM Sans"/>
              <a:cs typeface="DM Sans"/>
              <a:sym typeface="DM Sans"/>
            </a:endParaRPr>
          </a:p>
        </p:txBody>
      </p:sp>
      <p:pic>
        <p:nvPicPr>
          <p:cNvPr id="1159" name="Google Shape;1159;p108"/>
          <p:cNvPicPr preferRelativeResize="0"/>
          <p:nvPr/>
        </p:nvPicPr>
        <p:blipFill>
          <a:blip r:embed="rId4">
            <a:alphaModFix/>
          </a:blip>
          <a:stretch>
            <a:fillRect/>
          </a:stretch>
        </p:blipFill>
        <p:spPr>
          <a:xfrm>
            <a:off x="448000" y="1059675"/>
            <a:ext cx="3024151" cy="3024151"/>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63" name="Shape 1163"/>
        <p:cNvGrpSpPr/>
        <p:nvPr/>
      </p:nvGrpSpPr>
      <p:grpSpPr>
        <a:xfrm>
          <a:off x="0" y="0"/>
          <a:ext cx="0" cy="0"/>
          <a:chOff x="0" y="0"/>
          <a:chExt cx="0" cy="0"/>
        </a:xfrm>
      </p:grpSpPr>
      <p:sp>
        <p:nvSpPr>
          <p:cNvPr id="1164" name="Google Shape;1164;p109"/>
          <p:cNvSpPr txBox="1"/>
          <p:nvPr/>
        </p:nvSpPr>
        <p:spPr>
          <a:xfrm>
            <a:off x="1421492" y="1387954"/>
            <a:ext cx="3653885" cy="484748"/>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400" u="none" cap="none" strike="noStrike">
                <a:solidFill>
                  <a:schemeClr val="lt1"/>
                </a:solidFill>
                <a:latin typeface="Arial"/>
                <a:ea typeface="Arial"/>
                <a:cs typeface="Arial"/>
                <a:sym typeface="Arial"/>
              </a:rPr>
              <a:t>A    bat   flew  into   the  room</a:t>
            </a:r>
            <a:endParaRPr sz="1100"/>
          </a:p>
          <a:p>
            <a:pPr indent="0" lvl="0" marL="0" marR="0" rtl="0" algn="l">
              <a:spcBef>
                <a:spcPts val="0"/>
              </a:spcBef>
              <a:spcAft>
                <a:spcPts val="0"/>
              </a:spcAft>
              <a:buNone/>
            </a:pPr>
            <a:r>
              <a:t/>
            </a:r>
            <a:endParaRPr sz="1400">
              <a:solidFill>
                <a:schemeClr val="lt1"/>
              </a:solidFill>
              <a:latin typeface="Arial"/>
              <a:ea typeface="Arial"/>
              <a:cs typeface="Arial"/>
              <a:sym typeface="Arial"/>
            </a:endParaRPr>
          </a:p>
        </p:txBody>
      </p:sp>
      <p:sp>
        <p:nvSpPr>
          <p:cNvPr id="1165" name="Google Shape;1165;p109"/>
          <p:cNvSpPr txBox="1"/>
          <p:nvPr/>
        </p:nvSpPr>
        <p:spPr>
          <a:xfrm>
            <a:off x="1231960" y="2599553"/>
            <a:ext cx="552074" cy="2146742"/>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lt1"/>
                </a:solidFill>
                <a:latin typeface="Arial"/>
                <a:ea typeface="Arial"/>
                <a:cs typeface="Arial"/>
                <a:sym typeface="Arial"/>
              </a:rPr>
              <a:t>+0.1</a:t>
            </a:r>
            <a:endParaRPr sz="1100"/>
          </a:p>
          <a:p>
            <a:pPr indent="0" lvl="0" marL="0" marR="0" rtl="0" algn="l">
              <a:spcBef>
                <a:spcPts val="0"/>
              </a:spcBef>
              <a:spcAft>
                <a:spcPts val="0"/>
              </a:spcAft>
              <a:buNone/>
            </a:pPr>
            <a:r>
              <a:rPr lang="en" sz="1400">
                <a:solidFill>
                  <a:schemeClr val="lt1"/>
                </a:solidFill>
                <a:latin typeface="Arial"/>
                <a:ea typeface="Arial"/>
                <a:cs typeface="Arial"/>
                <a:sym typeface="Arial"/>
              </a:rPr>
              <a:t>+0.3</a:t>
            </a:r>
            <a:endParaRPr sz="1100"/>
          </a:p>
          <a:p>
            <a:pPr indent="0" lvl="0" marL="0" marR="0" rtl="0" algn="l">
              <a:spcBef>
                <a:spcPts val="0"/>
              </a:spcBef>
              <a:spcAft>
                <a:spcPts val="0"/>
              </a:spcAft>
              <a:buNone/>
            </a:pPr>
            <a:r>
              <a:rPr lang="en" sz="1400">
                <a:solidFill>
                  <a:schemeClr val="lt1"/>
                </a:solidFill>
                <a:latin typeface="Arial"/>
                <a:ea typeface="Arial"/>
                <a:cs typeface="Arial"/>
                <a:sym typeface="Arial"/>
              </a:rPr>
              <a:t>-0.6</a:t>
            </a:r>
            <a:endParaRPr sz="1100"/>
          </a:p>
          <a:p>
            <a:pPr indent="0" lvl="0" marL="0" marR="0" rtl="0" algn="l">
              <a:spcBef>
                <a:spcPts val="0"/>
              </a:spcBef>
              <a:spcAft>
                <a:spcPts val="0"/>
              </a:spcAft>
              <a:buNone/>
            </a:pPr>
            <a:r>
              <a:rPr lang="en" sz="1400">
                <a:solidFill>
                  <a:schemeClr val="lt1"/>
                </a:solidFill>
                <a:latin typeface="Arial"/>
                <a:ea typeface="Arial"/>
                <a:cs typeface="Arial"/>
                <a:sym typeface="Arial"/>
              </a:rPr>
              <a:t>+0.8</a:t>
            </a:r>
            <a:endParaRPr sz="1100"/>
          </a:p>
          <a:p>
            <a:pPr indent="0" lvl="0" marL="0" marR="0" rtl="0" algn="l">
              <a:spcBef>
                <a:spcPts val="0"/>
              </a:spcBef>
              <a:spcAft>
                <a:spcPts val="0"/>
              </a:spcAft>
              <a:buNone/>
            </a:pPr>
            <a:r>
              <a:rPr lang="en" sz="1400">
                <a:solidFill>
                  <a:schemeClr val="lt1"/>
                </a:solidFill>
                <a:latin typeface="Arial"/>
                <a:ea typeface="Arial"/>
                <a:cs typeface="Arial"/>
                <a:sym typeface="Arial"/>
              </a:rPr>
              <a:t>-0.6</a:t>
            </a:r>
            <a:endParaRPr sz="1100"/>
          </a:p>
          <a:p>
            <a:pPr indent="0" lvl="0" marL="0" marR="0" rtl="0" algn="l">
              <a:spcBef>
                <a:spcPts val="0"/>
              </a:spcBef>
              <a:spcAft>
                <a:spcPts val="0"/>
              </a:spcAft>
              <a:buNone/>
            </a:pPr>
            <a:r>
              <a:rPr lang="en" sz="1400">
                <a:solidFill>
                  <a:schemeClr val="lt1"/>
                </a:solidFill>
                <a:latin typeface="Arial"/>
                <a:ea typeface="Arial"/>
                <a:cs typeface="Arial"/>
                <a:sym typeface="Arial"/>
              </a:rPr>
              <a:t>-1.2</a:t>
            </a:r>
            <a:endParaRPr sz="1100"/>
          </a:p>
          <a:p>
            <a:pPr indent="0" lvl="0" marL="0" marR="0" rtl="0" algn="l">
              <a:spcBef>
                <a:spcPts val="0"/>
              </a:spcBef>
              <a:spcAft>
                <a:spcPts val="0"/>
              </a:spcAft>
              <a:buNone/>
            </a:pPr>
            <a:r>
              <a:rPr lang="en" sz="1400">
                <a:solidFill>
                  <a:schemeClr val="lt1"/>
                </a:solidFill>
                <a:latin typeface="Arial"/>
                <a:ea typeface="Arial"/>
                <a:cs typeface="Arial"/>
                <a:sym typeface="Arial"/>
              </a:rPr>
              <a:t>+0.4</a:t>
            </a:r>
            <a:endParaRPr sz="1100"/>
          </a:p>
          <a:p>
            <a:pPr indent="0" lvl="0" marL="0" marR="0" rtl="0" algn="l">
              <a:spcBef>
                <a:spcPts val="0"/>
              </a:spcBef>
              <a:spcAft>
                <a:spcPts val="0"/>
              </a:spcAft>
              <a:buNone/>
            </a:pPr>
            <a:r>
              <a:rPr lang="en" sz="1400">
                <a:solidFill>
                  <a:schemeClr val="lt1"/>
                </a:solidFill>
                <a:latin typeface="Arial"/>
                <a:ea typeface="Arial"/>
                <a:cs typeface="Arial"/>
                <a:sym typeface="Arial"/>
              </a:rPr>
              <a:t>...</a:t>
            </a:r>
            <a:endParaRPr sz="1100"/>
          </a:p>
          <a:p>
            <a:pPr indent="0" lvl="0" marL="0" marR="0" rtl="0" algn="l">
              <a:spcBef>
                <a:spcPts val="0"/>
              </a:spcBef>
              <a:spcAft>
                <a:spcPts val="0"/>
              </a:spcAft>
              <a:buNone/>
            </a:pPr>
            <a:r>
              <a:rPr lang="en" sz="1400">
                <a:solidFill>
                  <a:schemeClr val="lt1"/>
                </a:solidFill>
                <a:latin typeface="Arial"/>
                <a:ea typeface="Arial"/>
                <a:cs typeface="Arial"/>
                <a:sym typeface="Arial"/>
              </a:rPr>
              <a:t>-0.1</a:t>
            </a:r>
            <a:endParaRPr sz="1100"/>
          </a:p>
          <a:p>
            <a:pPr indent="0" lvl="0" marL="0" marR="0" rtl="0" algn="l">
              <a:spcBef>
                <a:spcPts val="0"/>
              </a:spcBef>
              <a:spcAft>
                <a:spcPts val="0"/>
              </a:spcAft>
              <a:buNone/>
            </a:pPr>
            <a:r>
              <a:t/>
            </a:r>
            <a:endParaRPr sz="1400">
              <a:solidFill>
                <a:schemeClr val="lt1"/>
              </a:solidFill>
              <a:latin typeface="Arial"/>
              <a:ea typeface="Arial"/>
              <a:cs typeface="Arial"/>
              <a:sym typeface="Arial"/>
            </a:endParaRPr>
          </a:p>
        </p:txBody>
      </p:sp>
      <p:sp>
        <p:nvSpPr>
          <p:cNvPr id="1166" name="Google Shape;1166;p109"/>
          <p:cNvSpPr/>
          <p:nvPr/>
        </p:nvSpPr>
        <p:spPr>
          <a:xfrm>
            <a:off x="1236594" y="2571750"/>
            <a:ext cx="41705" cy="1973992"/>
          </a:xfrm>
          <a:prstGeom prst="leftBracket">
            <a:avLst>
              <a:gd fmla="val 0" name="adj"/>
            </a:avLst>
          </a:prstGeom>
          <a:noFill/>
          <a:ln cap="flat" cmpd="sng" w="38100">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sp>
        <p:nvSpPr>
          <p:cNvPr id="1167" name="Google Shape;1167;p109"/>
          <p:cNvSpPr/>
          <p:nvPr/>
        </p:nvSpPr>
        <p:spPr>
          <a:xfrm flipH="1">
            <a:off x="1703715" y="2571750"/>
            <a:ext cx="80319" cy="1973992"/>
          </a:xfrm>
          <a:prstGeom prst="leftBracket">
            <a:avLst>
              <a:gd fmla="val 0" name="adj"/>
            </a:avLst>
          </a:prstGeom>
          <a:noFill/>
          <a:ln cap="flat" cmpd="sng" w="38100">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sp>
        <p:nvSpPr>
          <p:cNvPr id="1168" name="Google Shape;1168;p109"/>
          <p:cNvSpPr txBox="1"/>
          <p:nvPr/>
        </p:nvSpPr>
        <p:spPr>
          <a:xfrm>
            <a:off x="1882731" y="2599553"/>
            <a:ext cx="552074" cy="2146742"/>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lt1"/>
                </a:solidFill>
                <a:latin typeface="Arial"/>
                <a:ea typeface="Arial"/>
                <a:cs typeface="Arial"/>
                <a:sym typeface="Arial"/>
              </a:rPr>
              <a:t>+0.2</a:t>
            </a:r>
            <a:endParaRPr sz="1100"/>
          </a:p>
          <a:p>
            <a:pPr indent="0" lvl="0" marL="0" marR="0" rtl="0" algn="l">
              <a:spcBef>
                <a:spcPts val="0"/>
              </a:spcBef>
              <a:spcAft>
                <a:spcPts val="0"/>
              </a:spcAft>
              <a:buNone/>
            </a:pPr>
            <a:r>
              <a:rPr lang="en" sz="1400">
                <a:solidFill>
                  <a:schemeClr val="lt1"/>
                </a:solidFill>
                <a:latin typeface="Arial"/>
                <a:ea typeface="Arial"/>
                <a:cs typeface="Arial"/>
                <a:sym typeface="Arial"/>
              </a:rPr>
              <a:t>+0.3</a:t>
            </a:r>
            <a:endParaRPr sz="1100"/>
          </a:p>
          <a:p>
            <a:pPr indent="0" lvl="0" marL="0" marR="0" rtl="0" algn="l">
              <a:spcBef>
                <a:spcPts val="0"/>
              </a:spcBef>
              <a:spcAft>
                <a:spcPts val="0"/>
              </a:spcAft>
              <a:buNone/>
            </a:pPr>
            <a:r>
              <a:rPr lang="en" sz="1400">
                <a:solidFill>
                  <a:schemeClr val="lt1"/>
                </a:solidFill>
                <a:latin typeface="Arial"/>
                <a:ea typeface="Arial"/>
                <a:cs typeface="Arial"/>
                <a:sym typeface="Arial"/>
              </a:rPr>
              <a:t>-0.3</a:t>
            </a:r>
            <a:endParaRPr sz="1100"/>
          </a:p>
          <a:p>
            <a:pPr indent="0" lvl="0" marL="0" marR="0" rtl="0" algn="l">
              <a:spcBef>
                <a:spcPts val="0"/>
              </a:spcBef>
              <a:spcAft>
                <a:spcPts val="0"/>
              </a:spcAft>
              <a:buNone/>
            </a:pPr>
            <a:r>
              <a:rPr lang="en" sz="1400">
                <a:solidFill>
                  <a:schemeClr val="lt1"/>
                </a:solidFill>
                <a:latin typeface="Arial"/>
                <a:ea typeface="Arial"/>
                <a:cs typeface="Arial"/>
                <a:sym typeface="Arial"/>
              </a:rPr>
              <a:t>+0.1</a:t>
            </a:r>
            <a:endParaRPr sz="1100"/>
          </a:p>
          <a:p>
            <a:pPr indent="0" lvl="0" marL="0" marR="0" rtl="0" algn="l">
              <a:spcBef>
                <a:spcPts val="0"/>
              </a:spcBef>
              <a:spcAft>
                <a:spcPts val="0"/>
              </a:spcAft>
              <a:buNone/>
            </a:pPr>
            <a:r>
              <a:rPr lang="en" sz="1400">
                <a:solidFill>
                  <a:schemeClr val="lt1"/>
                </a:solidFill>
                <a:latin typeface="Arial"/>
                <a:ea typeface="Arial"/>
                <a:cs typeface="Arial"/>
                <a:sym typeface="Arial"/>
              </a:rPr>
              <a:t>+0.9</a:t>
            </a:r>
            <a:endParaRPr sz="1100"/>
          </a:p>
          <a:p>
            <a:pPr indent="0" lvl="0" marL="0" marR="0" rtl="0" algn="l">
              <a:spcBef>
                <a:spcPts val="0"/>
              </a:spcBef>
              <a:spcAft>
                <a:spcPts val="0"/>
              </a:spcAft>
              <a:buNone/>
            </a:pPr>
            <a:r>
              <a:rPr lang="en" sz="1400">
                <a:solidFill>
                  <a:schemeClr val="lt1"/>
                </a:solidFill>
                <a:latin typeface="Arial"/>
                <a:ea typeface="Arial"/>
                <a:cs typeface="Arial"/>
                <a:sym typeface="Arial"/>
              </a:rPr>
              <a:t>-1.2</a:t>
            </a:r>
            <a:endParaRPr sz="1100"/>
          </a:p>
          <a:p>
            <a:pPr indent="0" lvl="0" marL="0" marR="0" rtl="0" algn="l">
              <a:spcBef>
                <a:spcPts val="0"/>
              </a:spcBef>
              <a:spcAft>
                <a:spcPts val="0"/>
              </a:spcAft>
              <a:buNone/>
            </a:pPr>
            <a:r>
              <a:rPr lang="en" sz="1400">
                <a:solidFill>
                  <a:schemeClr val="lt1"/>
                </a:solidFill>
                <a:latin typeface="Arial"/>
                <a:ea typeface="Arial"/>
                <a:cs typeface="Arial"/>
                <a:sym typeface="Arial"/>
              </a:rPr>
              <a:t>+1.7</a:t>
            </a:r>
            <a:endParaRPr sz="1100"/>
          </a:p>
          <a:p>
            <a:pPr indent="0" lvl="0" marL="0" marR="0" rtl="0" algn="l">
              <a:spcBef>
                <a:spcPts val="0"/>
              </a:spcBef>
              <a:spcAft>
                <a:spcPts val="0"/>
              </a:spcAft>
              <a:buNone/>
            </a:pPr>
            <a:r>
              <a:rPr lang="en" sz="1400">
                <a:solidFill>
                  <a:schemeClr val="lt1"/>
                </a:solidFill>
                <a:latin typeface="Arial"/>
                <a:ea typeface="Arial"/>
                <a:cs typeface="Arial"/>
                <a:sym typeface="Arial"/>
              </a:rPr>
              <a:t>...</a:t>
            </a:r>
            <a:endParaRPr sz="1100"/>
          </a:p>
          <a:p>
            <a:pPr indent="0" lvl="0" marL="0" marR="0" rtl="0" algn="l">
              <a:spcBef>
                <a:spcPts val="0"/>
              </a:spcBef>
              <a:spcAft>
                <a:spcPts val="0"/>
              </a:spcAft>
              <a:buNone/>
            </a:pPr>
            <a:r>
              <a:rPr lang="en" sz="1400">
                <a:solidFill>
                  <a:schemeClr val="lt1"/>
                </a:solidFill>
                <a:latin typeface="Arial"/>
                <a:ea typeface="Arial"/>
                <a:cs typeface="Arial"/>
                <a:sym typeface="Arial"/>
              </a:rPr>
              <a:t>-0.2</a:t>
            </a:r>
            <a:endParaRPr sz="1100"/>
          </a:p>
          <a:p>
            <a:pPr indent="0" lvl="0" marL="0" marR="0" rtl="0" algn="l">
              <a:spcBef>
                <a:spcPts val="0"/>
              </a:spcBef>
              <a:spcAft>
                <a:spcPts val="0"/>
              </a:spcAft>
              <a:buNone/>
            </a:pPr>
            <a:r>
              <a:t/>
            </a:r>
            <a:endParaRPr sz="1400">
              <a:solidFill>
                <a:schemeClr val="lt1"/>
              </a:solidFill>
              <a:latin typeface="Arial"/>
              <a:ea typeface="Arial"/>
              <a:cs typeface="Arial"/>
              <a:sym typeface="Arial"/>
            </a:endParaRPr>
          </a:p>
        </p:txBody>
      </p:sp>
      <p:sp>
        <p:nvSpPr>
          <p:cNvPr id="1169" name="Google Shape;1169;p109"/>
          <p:cNvSpPr/>
          <p:nvPr/>
        </p:nvSpPr>
        <p:spPr>
          <a:xfrm>
            <a:off x="1887365" y="2571750"/>
            <a:ext cx="41704" cy="1973992"/>
          </a:xfrm>
          <a:prstGeom prst="leftBracket">
            <a:avLst>
              <a:gd fmla="val 0" name="adj"/>
            </a:avLst>
          </a:prstGeom>
          <a:noFill/>
          <a:ln cap="flat" cmpd="sng" w="38100">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sp>
        <p:nvSpPr>
          <p:cNvPr id="1170" name="Google Shape;1170;p109"/>
          <p:cNvSpPr/>
          <p:nvPr/>
        </p:nvSpPr>
        <p:spPr>
          <a:xfrm flipH="1">
            <a:off x="2354486" y="2571750"/>
            <a:ext cx="80319" cy="1973992"/>
          </a:xfrm>
          <a:prstGeom prst="leftBracket">
            <a:avLst>
              <a:gd fmla="val 0" name="adj"/>
            </a:avLst>
          </a:prstGeom>
          <a:noFill/>
          <a:ln cap="flat" cmpd="sng" w="38100">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sp>
        <p:nvSpPr>
          <p:cNvPr id="1171" name="Google Shape;1171;p109"/>
          <p:cNvSpPr txBox="1"/>
          <p:nvPr/>
        </p:nvSpPr>
        <p:spPr>
          <a:xfrm>
            <a:off x="2517008" y="2599553"/>
            <a:ext cx="552074" cy="2146742"/>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lt1"/>
                </a:solidFill>
                <a:latin typeface="Arial"/>
                <a:ea typeface="Arial"/>
                <a:cs typeface="Arial"/>
                <a:sym typeface="Arial"/>
              </a:rPr>
              <a:t>+0.6</a:t>
            </a:r>
            <a:endParaRPr sz="1100"/>
          </a:p>
          <a:p>
            <a:pPr indent="0" lvl="0" marL="0" marR="0" rtl="0" algn="l">
              <a:spcBef>
                <a:spcPts val="0"/>
              </a:spcBef>
              <a:spcAft>
                <a:spcPts val="0"/>
              </a:spcAft>
              <a:buNone/>
            </a:pPr>
            <a:r>
              <a:rPr lang="en" sz="1400">
                <a:solidFill>
                  <a:schemeClr val="lt1"/>
                </a:solidFill>
                <a:latin typeface="Arial"/>
                <a:ea typeface="Arial"/>
                <a:cs typeface="Arial"/>
                <a:sym typeface="Arial"/>
              </a:rPr>
              <a:t>+0.7</a:t>
            </a:r>
            <a:endParaRPr sz="1100"/>
          </a:p>
          <a:p>
            <a:pPr indent="0" lvl="0" marL="0" marR="0" rtl="0" algn="l">
              <a:spcBef>
                <a:spcPts val="0"/>
              </a:spcBef>
              <a:spcAft>
                <a:spcPts val="0"/>
              </a:spcAft>
              <a:buNone/>
            </a:pPr>
            <a:r>
              <a:rPr lang="en" sz="1400">
                <a:solidFill>
                  <a:schemeClr val="lt1"/>
                </a:solidFill>
                <a:latin typeface="Arial"/>
                <a:ea typeface="Arial"/>
                <a:cs typeface="Arial"/>
                <a:sym typeface="Arial"/>
              </a:rPr>
              <a:t>-0.3</a:t>
            </a:r>
            <a:endParaRPr sz="1100"/>
          </a:p>
          <a:p>
            <a:pPr indent="0" lvl="0" marL="0" marR="0" rtl="0" algn="l">
              <a:spcBef>
                <a:spcPts val="0"/>
              </a:spcBef>
              <a:spcAft>
                <a:spcPts val="0"/>
              </a:spcAft>
              <a:buNone/>
            </a:pPr>
            <a:r>
              <a:rPr lang="en" sz="1400">
                <a:solidFill>
                  <a:schemeClr val="lt1"/>
                </a:solidFill>
                <a:latin typeface="Arial"/>
                <a:ea typeface="Arial"/>
                <a:cs typeface="Arial"/>
                <a:sym typeface="Arial"/>
              </a:rPr>
              <a:t>+0.1</a:t>
            </a:r>
            <a:endParaRPr sz="1100"/>
          </a:p>
          <a:p>
            <a:pPr indent="0" lvl="0" marL="0" marR="0" rtl="0" algn="l">
              <a:spcBef>
                <a:spcPts val="0"/>
              </a:spcBef>
              <a:spcAft>
                <a:spcPts val="0"/>
              </a:spcAft>
              <a:buNone/>
            </a:pPr>
            <a:r>
              <a:rPr lang="en" sz="1400">
                <a:solidFill>
                  <a:schemeClr val="lt1"/>
                </a:solidFill>
                <a:latin typeface="Arial"/>
                <a:ea typeface="Arial"/>
                <a:cs typeface="Arial"/>
                <a:sym typeface="Arial"/>
              </a:rPr>
              <a:t>+0.9</a:t>
            </a:r>
            <a:endParaRPr sz="1100"/>
          </a:p>
          <a:p>
            <a:pPr indent="0" lvl="0" marL="0" marR="0" rtl="0" algn="l">
              <a:spcBef>
                <a:spcPts val="0"/>
              </a:spcBef>
              <a:spcAft>
                <a:spcPts val="0"/>
              </a:spcAft>
              <a:buNone/>
            </a:pPr>
            <a:r>
              <a:rPr lang="en" sz="1400">
                <a:solidFill>
                  <a:schemeClr val="lt1"/>
                </a:solidFill>
                <a:latin typeface="Arial"/>
                <a:ea typeface="Arial"/>
                <a:cs typeface="Arial"/>
                <a:sym typeface="Arial"/>
              </a:rPr>
              <a:t>-0.2</a:t>
            </a:r>
            <a:endParaRPr sz="1100"/>
          </a:p>
          <a:p>
            <a:pPr indent="0" lvl="0" marL="0" marR="0" rtl="0" algn="l">
              <a:spcBef>
                <a:spcPts val="0"/>
              </a:spcBef>
              <a:spcAft>
                <a:spcPts val="0"/>
              </a:spcAft>
              <a:buNone/>
            </a:pPr>
            <a:r>
              <a:rPr lang="en" sz="1400">
                <a:solidFill>
                  <a:schemeClr val="lt1"/>
                </a:solidFill>
                <a:latin typeface="Arial"/>
                <a:ea typeface="Arial"/>
                <a:cs typeface="Arial"/>
                <a:sym typeface="Arial"/>
              </a:rPr>
              <a:t>+1.0</a:t>
            </a:r>
            <a:endParaRPr sz="1100"/>
          </a:p>
          <a:p>
            <a:pPr indent="0" lvl="0" marL="0" marR="0" rtl="0" algn="l">
              <a:spcBef>
                <a:spcPts val="0"/>
              </a:spcBef>
              <a:spcAft>
                <a:spcPts val="0"/>
              </a:spcAft>
              <a:buNone/>
            </a:pPr>
            <a:r>
              <a:rPr lang="en" sz="1400">
                <a:solidFill>
                  <a:schemeClr val="lt1"/>
                </a:solidFill>
                <a:latin typeface="Arial"/>
                <a:ea typeface="Arial"/>
                <a:cs typeface="Arial"/>
                <a:sym typeface="Arial"/>
              </a:rPr>
              <a:t>...</a:t>
            </a:r>
            <a:endParaRPr sz="1100"/>
          </a:p>
          <a:p>
            <a:pPr indent="0" lvl="0" marL="0" marR="0" rtl="0" algn="l">
              <a:spcBef>
                <a:spcPts val="0"/>
              </a:spcBef>
              <a:spcAft>
                <a:spcPts val="0"/>
              </a:spcAft>
              <a:buNone/>
            </a:pPr>
            <a:r>
              <a:rPr lang="en" sz="1400">
                <a:solidFill>
                  <a:schemeClr val="lt1"/>
                </a:solidFill>
                <a:latin typeface="Arial"/>
                <a:ea typeface="Arial"/>
                <a:cs typeface="Arial"/>
                <a:sym typeface="Arial"/>
              </a:rPr>
              <a:t>-0.1</a:t>
            </a:r>
            <a:endParaRPr sz="1100"/>
          </a:p>
          <a:p>
            <a:pPr indent="0" lvl="0" marL="0" marR="0" rtl="0" algn="l">
              <a:spcBef>
                <a:spcPts val="0"/>
              </a:spcBef>
              <a:spcAft>
                <a:spcPts val="0"/>
              </a:spcAft>
              <a:buNone/>
            </a:pPr>
            <a:r>
              <a:t/>
            </a:r>
            <a:endParaRPr sz="1400">
              <a:solidFill>
                <a:schemeClr val="lt1"/>
              </a:solidFill>
              <a:latin typeface="Arial"/>
              <a:ea typeface="Arial"/>
              <a:cs typeface="Arial"/>
              <a:sym typeface="Arial"/>
            </a:endParaRPr>
          </a:p>
        </p:txBody>
      </p:sp>
      <p:sp>
        <p:nvSpPr>
          <p:cNvPr id="1172" name="Google Shape;1172;p109"/>
          <p:cNvSpPr/>
          <p:nvPr/>
        </p:nvSpPr>
        <p:spPr>
          <a:xfrm>
            <a:off x="2521643" y="2571750"/>
            <a:ext cx="41704" cy="1973992"/>
          </a:xfrm>
          <a:prstGeom prst="leftBracket">
            <a:avLst>
              <a:gd fmla="val 0" name="adj"/>
            </a:avLst>
          </a:prstGeom>
          <a:noFill/>
          <a:ln cap="flat" cmpd="sng" w="38100">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sp>
        <p:nvSpPr>
          <p:cNvPr id="1173" name="Google Shape;1173;p109"/>
          <p:cNvSpPr/>
          <p:nvPr/>
        </p:nvSpPr>
        <p:spPr>
          <a:xfrm flipH="1">
            <a:off x="2988763" y="2571750"/>
            <a:ext cx="80319" cy="1973992"/>
          </a:xfrm>
          <a:prstGeom prst="leftBracket">
            <a:avLst>
              <a:gd fmla="val 0" name="adj"/>
            </a:avLst>
          </a:prstGeom>
          <a:noFill/>
          <a:ln cap="flat" cmpd="sng" w="38100">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sp>
        <p:nvSpPr>
          <p:cNvPr id="1174" name="Google Shape;1174;p109"/>
          <p:cNvSpPr txBox="1"/>
          <p:nvPr/>
        </p:nvSpPr>
        <p:spPr>
          <a:xfrm>
            <a:off x="3159275" y="2599553"/>
            <a:ext cx="552074" cy="2146742"/>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lt1"/>
                </a:solidFill>
                <a:latin typeface="Arial"/>
                <a:ea typeface="Arial"/>
                <a:cs typeface="Arial"/>
                <a:sym typeface="Arial"/>
              </a:rPr>
              <a:t>+0.7</a:t>
            </a:r>
            <a:endParaRPr sz="1100"/>
          </a:p>
          <a:p>
            <a:pPr indent="0" lvl="0" marL="0" marR="0" rtl="0" algn="l">
              <a:spcBef>
                <a:spcPts val="0"/>
              </a:spcBef>
              <a:spcAft>
                <a:spcPts val="0"/>
              </a:spcAft>
              <a:buNone/>
            </a:pPr>
            <a:r>
              <a:rPr lang="en" sz="1400">
                <a:solidFill>
                  <a:schemeClr val="lt1"/>
                </a:solidFill>
                <a:latin typeface="Arial"/>
                <a:ea typeface="Arial"/>
                <a:cs typeface="Arial"/>
                <a:sym typeface="Arial"/>
              </a:rPr>
              <a:t>+0.2</a:t>
            </a:r>
            <a:endParaRPr sz="1100"/>
          </a:p>
          <a:p>
            <a:pPr indent="0" lvl="0" marL="0" marR="0" rtl="0" algn="l">
              <a:spcBef>
                <a:spcPts val="0"/>
              </a:spcBef>
              <a:spcAft>
                <a:spcPts val="0"/>
              </a:spcAft>
              <a:buNone/>
            </a:pPr>
            <a:r>
              <a:rPr lang="en" sz="1400">
                <a:solidFill>
                  <a:schemeClr val="lt1"/>
                </a:solidFill>
                <a:latin typeface="Arial"/>
                <a:ea typeface="Arial"/>
                <a:cs typeface="Arial"/>
                <a:sym typeface="Arial"/>
              </a:rPr>
              <a:t>+0.3</a:t>
            </a:r>
            <a:endParaRPr sz="1100"/>
          </a:p>
          <a:p>
            <a:pPr indent="0" lvl="0" marL="0" marR="0" rtl="0" algn="l">
              <a:spcBef>
                <a:spcPts val="0"/>
              </a:spcBef>
              <a:spcAft>
                <a:spcPts val="0"/>
              </a:spcAft>
              <a:buNone/>
            </a:pPr>
            <a:r>
              <a:rPr lang="en" sz="1400">
                <a:solidFill>
                  <a:schemeClr val="lt1"/>
                </a:solidFill>
                <a:latin typeface="Arial"/>
                <a:ea typeface="Arial"/>
                <a:cs typeface="Arial"/>
                <a:sym typeface="Arial"/>
              </a:rPr>
              <a:t>-0.7</a:t>
            </a:r>
            <a:endParaRPr sz="1100"/>
          </a:p>
          <a:p>
            <a:pPr indent="0" lvl="0" marL="0" marR="0" rtl="0" algn="l">
              <a:spcBef>
                <a:spcPts val="0"/>
              </a:spcBef>
              <a:spcAft>
                <a:spcPts val="0"/>
              </a:spcAft>
              <a:buNone/>
            </a:pPr>
            <a:r>
              <a:rPr lang="en" sz="1400">
                <a:solidFill>
                  <a:schemeClr val="lt1"/>
                </a:solidFill>
                <a:latin typeface="Arial"/>
                <a:ea typeface="Arial"/>
                <a:cs typeface="Arial"/>
                <a:sym typeface="Arial"/>
              </a:rPr>
              <a:t>-0.9</a:t>
            </a:r>
            <a:endParaRPr sz="1100"/>
          </a:p>
          <a:p>
            <a:pPr indent="0" lvl="0" marL="0" marR="0" rtl="0" algn="l">
              <a:spcBef>
                <a:spcPts val="0"/>
              </a:spcBef>
              <a:spcAft>
                <a:spcPts val="0"/>
              </a:spcAft>
              <a:buNone/>
            </a:pPr>
            <a:r>
              <a:rPr lang="en" sz="1400">
                <a:solidFill>
                  <a:schemeClr val="lt1"/>
                </a:solidFill>
                <a:latin typeface="Arial"/>
                <a:ea typeface="Arial"/>
                <a:cs typeface="Arial"/>
                <a:sym typeface="Arial"/>
              </a:rPr>
              <a:t>-1.2</a:t>
            </a:r>
            <a:endParaRPr sz="1100"/>
          </a:p>
          <a:p>
            <a:pPr indent="0" lvl="0" marL="0" marR="0" rtl="0" algn="l">
              <a:spcBef>
                <a:spcPts val="0"/>
              </a:spcBef>
              <a:spcAft>
                <a:spcPts val="0"/>
              </a:spcAft>
              <a:buNone/>
            </a:pPr>
            <a:r>
              <a:rPr lang="en" sz="1400">
                <a:solidFill>
                  <a:schemeClr val="lt1"/>
                </a:solidFill>
                <a:latin typeface="Arial"/>
                <a:ea typeface="Arial"/>
                <a:cs typeface="Arial"/>
                <a:sym typeface="Arial"/>
              </a:rPr>
              <a:t>+0.7</a:t>
            </a:r>
            <a:endParaRPr sz="1100"/>
          </a:p>
          <a:p>
            <a:pPr indent="0" lvl="0" marL="0" marR="0" rtl="0" algn="l">
              <a:spcBef>
                <a:spcPts val="0"/>
              </a:spcBef>
              <a:spcAft>
                <a:spcPts val="0"/>
              </a:spcAft>
              <a:buNone/>
            </a:pPr>
            <a:r>
              <a:rPr lang="en" sz="1400">
                <a:solidFill>
                  <a:schemeClr val="lt1"/>
                </a:solidFill>
                <a:latin typeface="Arial"/>
                <a:ea typeface="Arial"/>
                <a:cs typeface="Arial"/>
                <a:sym typeface="Arial"/>
              </a:rPr>
              <a:t>...</a:t>
            </a:r>
            <a:endParaRPr sz="1100"/>
          </a:p>
          <a:p>
            <a:pPr indent="0" lvl="0" marL="0" marR="0" rtl="0" algn="l">
              <a:spcBef>
                <a:spcPts val="0"/>
              </a:spcBef>
              <a:spcAft>
                <a:spcPts val="0"/>
              </a:spcAft>
              <a:buNone/>
            </a:pPr>
            <a:r>
              <a:rPr lang="en" sz="1400">
                <a:solidFill>
                  <a:schemeClr val="lt1"/>
                </a:solidFill>
                <a:latin typeface="Arial"/>
                <a:ea typeface="Arial"/>
                <a:cs typeface="Arial"/>
                <a:sym typeface="Arial"/>
              </a:rPr>
              <a:t>-0.3</a:t>
            </a:r>
            <a:endParaRPr sz="1100"/>
          </a:p>
          <a:p>
            <a:pPr indent="0" lvl="0" marL="0" marR="0" rtl="0" algn="l">
              <a:spcBef>
                <a:spcPts val="0"/>
              </a:spcBef>
              <a:spcAft>
                <a:spcPts val="0"/>
              </a:spcAft>
              <a:buNone/>
            </a:pPr>
            <a:r>
              <a:t/>
            </a:r>
            <a:endParaRPr sz="1400">
              <a:solidFill>
                <a:schemeClr val="lt1"/>
              </a:solidFill>
              <a:latin typeface="Arial"/>
              <a:ea typeface="Arial"/>
              <a:cs typeface="Arial"/>
              <a:sym typeface="Arial"/>
            </a:endParaRPr>
          </a:p>
        </p:txBody>
      </p:sp>
      <p:sp>
        <p:nvSpPr>
          <p:cNvPr id="1175" name="Google Shape;1175;p109"/>
          <p:cNvSpPr/>
          <p:nvPr/>
        </p:nvSpPr>
        <p:spPr>
          <a:xfrm>
            <a:off x="3163909" y="2571750"/>
            <a:ext cx="41704" cy="1973992"/>
          </a:xfrm>
          <a:prstGeom prst="leftBracket">
            <a:avLst>
              <a:gd fmla="val 0" name="adj"/>
            </a:avLst>
          </a:prstGeom>
          <a:noFill/>
          <a:ln cap="flat" cmpd="sng" w="38100">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sp>
        <p:nvSpPr>
          <p:cNvPr id="1176" name="Google Shape;1176;p109"/>
          <p:cNvSpPr/>
          <p:nvPr/>
        </p:nvSpPr>
        <p:spPr>
          <a:xfrm flipH="1">
            <a:off x="3631030" y="2571750"/>
            <a:ext cx="80319" cy="1973992"/>
          </a:xfrm>
          <a:prstGeom prst="leftBracket">
            <a:avLst>
              <a:gd fmla="val 0" name="adj"/>
            </a:avLst>
          </a:prstGeom>
          <a:noFill/>
          <a:ln cap="flat" cmpd="sng" w="38100">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sp>
        <p:nvSpPr>
          <p:cNvPr id="1177" name="Google Shape;1177;p109"/>
          <p:cNvSpPr txBox="1"/>
          <p:nvPr/>
        </p:nvSpPr>
        <p:spPr>
          <a:xfrm>
            <a:off x="3798579" y="2599553"/>
            <a:ext cx="552074" cy="2146742"/>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lt1"/>
                </a:solidFill>
                <a:latin typeface="Arial"/>
                <a:ea typeface="Arial"/>
                <a:cs typeface="Arial"/>
                <a:sym typeface="Arial"/>
              </a:rPr>
              <a:t>+0.2</a:t>
            </a:r>
            <a:endParaRPr sz="1100"/>
          </a:p>
          <a:p>
            <a:pPr indent="0" lvl="0" marL="0" marR="0" rtl="0" algn="l">
              <a:spcBef>
                <a:spcPts val="0"/>
              </a:spcBef>
              <a:spcAft>
                <a:spcPts val="0"/>
              </a:spcAft>
              <a:buNone/>
            </a:pPr>
            <a:r>
              <a:rPr lang="en" sz="1400">
                <a:solidFill>
                  <a:schemeClr val="lt1"/>
                </a:solidFill>
                <a:latin typeface="Arial"/>
                <a:ea typeface="Arial"/>
                <a:cs typeface="Arial"/>
                <a:sym typeface="Arial"/>
              </a:rPr>
              <a:t>+0.3</a:t>
            </a:r>
            <a:endParaRPr sz="1100"/>
          </a:p>
          <a:p>
            <a:pPr indent="0" lvl="0" marL="0" marR="0" rtl="0" algn="l">
              <a:spcBef>
                <a:spcPts val="0"/>
              </a:spcBef>
              <a:spcAft>
                <a:spcPts val="0"/>
              </a:spcAft>
              <a:buNone/>
            </a:pPr>
            <a:r>
              <a:rPr lang="en" sz="1400">
                <a:solidFill>
                  <a:schemeClr val="lt1"/>
                </a:solidFill>
                <a:latin typeface="Arial"/>
                <a:ea typeface="Arial"/>
                <a:cs typeface="Arial"/>
                <a:sym typeface="Arial"/>
              </a:rPr>
              <a:t>-0.7</a:t>
            </a:r>
            <a:endParaRPr sz="1100"/>
          </a:p>
          <a:p>
            <a:pPr indent="0" lvl="0" marL="0" marR="0" rtl="0" algn="l">
              <a:spcBef>
                <a:spcPts val="0"/>
              </a:spcBef>
              <a:spcAft>
                <a:spcPts val="0"/>
              </a:spcAft>
              <a:buNone/>
            </a:pPr>
            <a:r>
              <a:rPr lang="en" sz="1400">
                <a:solidFill>
                  <a:schemeClr val="lt1"/>
                </a:solidFill>
                <a:latin typeface="Arial"/>
                <a:ea typeface="Arial"/>
                <a:cs typeface="Arial"/>
                <a:sym typeface="Arial"/>
              </a:rPr>
              <a:t>+0.1</a:t>
            </a:r>
            <a:endParaRPr sz="1100"/>
          </a:p>
          <a:p>
            <a:pPr indent="0" lvl="0" marL="0" marR="0" rtl="0" algn="l">
              <a:spcBef>
                <a:spcPts val="0"/>
              </a:spcBef>
              <a:spcAft>
                <a:spcPts val="0"/>
              </a:spcAft>
              <a:buNone/>
            </a:pPr>
            <a:r>
              <a:rPr lang="en" sz="1400">
                <a:solidFill>
                  <a:schemeClr val="lt1"/>
                </a:solidFill>
                <a:latin typeface="Arial"/>
                <a:ea typeface="Arial"/>
                <a:cs typeface="Arial"/>
                <a:sym typeface="Arial"/>
              </a:rPr>
              <a:t>+0.6</a:t>
            </a:r>
            <a:endParaRPr sz="1100"/>
          </a:p>
          <a:p>
            <a:pPr indent="0" lvl="0" marL="0" marR="0" rtl="0" algn="l">
              <a:spcBef>
                <a:spcPts val="0"/>
              </a:spcBef>
              <a:spcAft>
                <a:spcPts val="0"/>
              </a:spcAft>
              <a:buNone/>
            </a:pPr>
            <a:r>
              <a:rPr lang="en" sz="1400">
                <a:solidFill>
                  <a:schemeClr val="lt1"/>
                </a:solidFill>
                <a:latin typeface="Arial"/>
                <a:ea typeface="Arial"/>
                <a:cs typeface="Arial"/>
                <a:sym typeface="Arial"/>
              </a:rPr>
              <a:t>-1.2</a:t>
            </a:r>
            <a:endParaRPr sz="1100"/>
          </a:p>
          <a:p>
            <a:pPr indent="0" lvl="0" marL="0" marR="0" rtl="0" algn="l">
              <a:spcBef>
                <a:spcPts val="0"/>
              </a:spcBef>
              <a:spcAft>
                <a:spcPts val="0"/>
              </a:spcAft>
              <a:buNone/>
            </a:pPr>
            <a:r>
              <a:rPr lang="en" sz="1400">
                <a:solidFill>
                  <a:schemeClr val="lt1"/>
                </a:solidFill>
                <a:latin typeface="Arial"/>
                <a:ea typeface="Arial"/>
                <a:cs typeface="Arial"/>
                <a:sym typeface="Arial"/>
              </a:rPr>
              <a:t>-0.7</a:t>
            </a:r>
            <a:endParaRPr sz="1100"/>
          </a:p>
          <a:p>
            <a:pPr indent="0" lvl="0" marL="0" marR="0" rtl="0" algn="l">
              <a:spcBef>
                <a:spcPts val="0"/>
              </a:spcBef>
              <a:spcAft>
                <a:spcPts val="0"/>
              </a:spcAft>
              <a:buNone/>
            </a:pPr>
            <a:r>
              <a:rPr lang="en" sz="1400">
                <a:solidFill>
                  <a:schemeClr val="lt1"/>
                </a:solidFill>
                <a:latin typeface="Arial"/>
                <a:ea typeface="Arial"/>
                <a:cs typeface="Arial"/>
                <a:sym typeface="Arial"/>
              </a:rPr>
              <a:t>...</a:t>
            </a:r>
            <a:endParaRPr sz="1100"/>
          </a:p>
          <a:p>
            <a:pPr indent="0" lvl="0" marL="0" marR="0" rtl="0" algn="l">
              <a:spcBef>
                <a:spcPts val="0"/>
              </a:spcBef>
              <a:spcAft>
                <a:spcPts val="0"/>
              </a:spcAft>
              <a:buNone/>
            </a:pPr>
            <a:r>
              <a:rPr lang="en" sz="1400">
                <a:solidFill>
                  <a:schemeClr val="lt1"/>
                </a:solidFill>
                <a:latin typeface="Arial"/>
                <a:ea typeface="Arial"/>
                <a:cs typeface="Arial"/>
                <a:sym typeface="Arial"/>
              </a:rPr>
              <a:t>-0.1</a:t>
            </a:r>
            <a:endParaRPr sz="1100"/>
          </a:p>
          <a:p>
            <a:pPr indent="0" lvl="0" marL="0" marR="0" rtl="0" algn="l">
              <a:spcBef>
                <a:spcPts val="0"/>
              </a:spcBef>
              <a:spcAft>
                <a:spcPts val="0"/>
              </a:spcAft>
              <a:buNone/>
            </a:pPr>
            <a:r>
              <a:t/>
            </a:r>
            <a:endParaRPr sz="1400">
              <a:solidFill>
                <a:schemeClr val="lt1"/>
              </a:solidFill>
              <a:latin typeface="Arial"/>
              <a:ea typeface="Arial"/>
              <a:cs typeface="Arial"/>
              <a:sym typeface="Arial"/>
            </a:endParaRPr>
          </a:p>
        </p:txBody>
      </p:sp>
      <p:sp>
        <p:nvSpPr>
          <p:cNvPr id="1178" name="Google Shape;1178;p109"/>
          <p:cNvSpPr/>
          <p:nvPr/>
        </p:nvSpPr>
        <p:spPr>
          <a:xfrm>
            <a:off x="3803213" y="2571750"/>
            <a:ext cx="41704" cy="1973992"/>
          </a:xfrm>
          <a:prstGeom prst="leftBracket">
            <a:avLst>
              <a:gd fmla="val 0" name="adj"/>
            </a:avLst>
          </a:prstGeom>
          <a:noFill/>
          <a:ln cap="flat" cmpd="sng" w="38100">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sp>
        <p:nvSpPr>
          <p:cNvPr id="1179" name="Google Shape;1179;p109"/>
          <p:cNvSpPr/>
          <p:nvPr/>
        </p:nvSpPr>
        <p:spPr>
          <a:xfrm flipH="1">
            <a:off x="4270253" y="2571750"/>
            <a:ext cx="80400" cy="1974000"/>
          </a:xfrm>
          <a:prstGeom prst="leftBracket">
            <a:avLst>
              <a:gd fmla="val 0" name="adj"/>
            </a:avLst>
          </a:prstGeom>
          <a:noFill/>
          <a:ln cap="flat" cmpd="sng" w="38100">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sp>
        <p:nvSpPr>
          <p:cNvPr id="1180" name="Google Shape;1180;p109"/>
          <p:cNvSpPr txBox="1"/>
          <p:nvPr/>
        </p:nvSpPr>
        <p:spPr>
          <a:xfrm>
            <a:off x="4432562" y="2599553"/>
            <a:ext cx="552074" cy="2146742"/>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lt1"/>
                </a:solidFill>
                <a:latin typeface="Arial"/>
                <a:ea typeface="Arial"/>
                <a:cs typeface="Arial"/>
                <a:sym typeface="Arial"/>
              </a:rPr>
              <a:t>+0.4</a:t>
            </a:r>
            <a:endParaRPr sz="1100"/>
          </a:p>
          <a:p>
            <a:pPr indent="0" lvl="0" marL="0" marR="0" rtl="0" algn="l">
              <a:spcBef>
                <a:spcPts val="0"/>
              </a:spcBef>
              <a:spcAft>
                <a:spcPts val="0"/>
              </a:spcAft>
              <a:buNone/>
            </a:pPr>
            <a:r>
              <a:rPr lang="en" sz="1400">
                <a:solidFill>
                  <a:schemeClr val="lt1"/>
                </a:solidFill>
                <a:latin typeface="Arial"/>
                <a:ea typeface="Arial"/>
                <a:cs typeface="Arial"/>
                <a:sym typeface="Arial"/>
              </a:rPr>
              <a:t>+0.4</a:t>
            </a:r>
            <a:endParaRPr sz="1100"/>
          </a:p>
          <a:p>
            <a:pPr indent="0" lvl="0" marL="0" marR="0" rtl="0" algn="l">
              <a:spcBef>
                <a:spcPts val="0"/>
              </a:spcBef>
              <a:spcAft>
                <a:spcPts val="0"/>
              </a:spcAft>
              <a:buNone/>
            </a:pPr>
            <a:r>
              <a:rPr lang="en" sz="1400">
                <a:solidFill>
                  <a:schemeClr val="lt1"/>
                </a:solidFill>
                <a:latin typeface="Arial"/>
                <a:ea typeface="Arial"/>
                <a:cs typeface="Arial"/>
                <a:sym typeface="Arial"/>
              </a:rPr>
              <a:t>-0.3</a:t>
            </a:r>
            <a:endParaRPr sz="1100"/>
          </a:p>
          <a:p>
            <a:pPr indent="0" lvl="0" marL="0" marR="0" rtl="0" algn="l">
              <a:spcBef>
                <a:spcPts val="0"/>
              </a:spcBef>
              <a:spcAft>
                <a:spcPts val="0"/>
              </a:spcAft>
              <a:buNone/>
            </a:pPr>
            <a:r>
              <a:rPr lang="en" sz="1400">
                <a:solidFill>
                  <a:schemeClr val="lt1"/>
                </a:solidFill>
                <a:latin typeface="Arial"/>
                <a:ea typeface="Arial"/>
                <a:cs typeface="Arial"/>
                <a:sym typeface="Arial"/>
              </a:rPr>
              <a:t>+0.3</a:t>
            </a:r>
            <a:endParaRPr sz="1100"/>
          </a:p>
          <a:p>
            <a:pPr indent="0" lvl="0" marL="0" marR="0" rtl="0" algn="l">
              <a:spcBef>
                <a:spcPts val="0"/>
              </a:spcBef>
              <a:spcAft>
                <a:spcPts val="0"/>
              </a:spcAft>
              <a:buNone/>
            </a:pPr>
            <a:r>
              <a:rPr lang="en" sz="1400">
                <a:solidFill>
                  <a:schemeClr val="lt1"/>
                </a:solidFill>
                <a:latin typeface="Arial"/>
                <a:ea typeface="Arial"/>
                <a:cs typeface="Arial"/>
                <a:sym typeface="Arial"/>
              </a:rPr>
              <a:t>+0.6</a:t>
            </a:r>
            <a:endParaRPr sz="1100"/>
          </a:p>
          <a:p>
            <a:pPr indent="0" lvl="0" marL="0" marR="0" rtl="0" algn="l">
              <a:spcBef>
                <a:spcPts val="0"/>
              </a:spcBef>
              <a:spcAft>
                <a:spcPts val="0"/>
              </a:spcAft>
              <a:buNone/>
            </a:pPr>
            <a:r>
              <a:rPr lang="en" sz="1400">
                <a:solidFill>
                  <a:schemeClr val="lt1"/>
                </a:solidFill>
                <a:latin typeface="Arial"/>
                <a:ea typeface="Arial"/>
                <a:cs typeface="Arial"/>
                <a:sym typeface="Arial"/>
              </a:rPr>
              <a:t>-1.2</a:t>
            </a:r>
            <a:endParaRPr sz="1100"/>
          </a:p>
          <a:p>
            <a:pPr indent="0" lvl="0" marL="0" marR="0" rtl="0" algn="l">
              <a:spcBef>
                <a:spcPts val="0"/>
              </a:spcBef>
              <a:spcAft>
                <a:spcPts val="0"/>
              </a:spcAft>
              <a:buNone/>
            </a:pPr>
            <a:r>
              <a:rPr lang="en" sz="1400">
                <a:solidFill>
                  <a:schemeClr val="lt1"/>
                </a:solidFill>
                <a:latin typeface="Arial"/>
                <a:ea typeface="Arial"/>
                <a:cs typeface="Arial"/>
                <a:sym typeface="Arial"/>
              </a:rPr>
              <a:t>-0.2</a:t>
            </a:r>
            <a:endParaRPr sz="1100"/>
          </a:p>
          <a:p>
            <a:pPr indent="0" lvl="0" marL="0" marR="0" rtl="0" algn="l">
              <a:spcBef>
                <a:spcPts val="0"/>
              </a:spcBef>
              <a:spcAft>
                <a:spcPts val="0"/>
              </a:spcAft>
              <a:buNone/>
            </a:pPr>
            <a:r>
              <a:rPr lang="en" sz="1400">
                <a:solidFill>
                  <a:schemeClr val="lt1"/>
                </a:solidFill>
                <a:latin typeface="Arial"/>
                <a:ea typeface="Arial"/>
                <a:cs typeface="Arial"/>
                <a:sym typeface="Arial"/>
              </a:rPr>
              <a:t>...</a:t>
            </a:r>
            <a:endParaRPr sz="1100"/>
          </a:p>
          <a:p>
            <a:pPr indent="0" lvl="0" marL="0" marR="0" rtl="0" algn="l">
              <a:spcBef>
                <a:spcPts val="0"/>
              </a:spcBef>
              <a:spcAft>
                <a:spcPts val="0"/>
              </a:spcAft>
              <a:buNone/>
            </a:pPr>
            <a:r>
              <a:rPr lang="en" sz="1400">
                <a:solidFill>
                  <a:schemeClr val="lt1"/>
                </a:solidFill>
                <a:latin typeface="Arial"/>
                <a:ea typeface="Arial"/>
                <a:cs typeface="Arial"/>
                <a:sym typeface="Arial"/>
              </a:rPr>
              <a:t>+0.8</a:t>
            </a:r>
            <a:endParaRPr sz="1100"/>
          </a:p>
          <a:p>
            <a:pPr indent="0" lvl="0" marL="0" marR="0" rtl="0" algn="l">
              <a:spcBef>
                <a:spcPts val="0"/>
              </a:spcBef>
              <a:spcAft>
                <a:spcPts val="0"/>
              </a:spcAft>
              <a:buNone/>
            </a:pPr>
            <a:r>
              <a:t/>
            </a:r>
            <a:endParaRPr sz="1400">
              <a:solidFill>
                <a:schemeClr val="lt1"/>
              </a:solidFill>
              <a:latin typeface="Arial"/>
              <a:ea typeface="Arial"/>
              <a:cs typeface="Arial"/>
              <a:sym typeface="Arial"/>
            </a:endParaRPr>
          </a:p>
        </p:txBody>
      </p:sp>
      <p:sp>
        <p:nvSpPr>
          <p:cNvPr id="1181" name="Google Shape;1181;p109"/>
          <p:cNvSpPr/>
          <p:nvPr/>
        </p:nvSpPr>
        <p:spPr>
          <a:xfrm>
            <a:off x="4437197" y="2571750"/>
            <a:ext cx="41704" cy="1973992"/>
          </a:xfrm>
          <a:prstGeom prst="leftBracket">
            <a:avLst>
              <a:gd fmla="val 0" name="adj"/>
            </a:avLst>
          </a:prstGeom>
          <a:noFill/>
          <a:ln cap="flat" cmpd="sng" w="38100">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sp>
        <p:nvSpPr>
          <p:cNvPr id="1182" name="Google Shape;1182;p109"/>
          <p:cNvSpPr/>
          <p:nvPr/>
        </p:nvSpPr>
        <p:spPr>
          <a:xfrm flipH="1">
            <a:off x="4904237" y="2571750"/>
            <a:ext cx="80400" cy="1974000"/>
          </a:xfrm>
          <a:prstGeom prst="leftBracket">
            <a:avLst>
              <a:gd fmla="val 0" name="adj"/>
            </a:avLst>
          </a:prstGeom>
          <a:noFill/>
          <a:ln cap="flat" cmpd="sng" w="38100">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sp>
        <p:nvSpPr>
          <p:cNvPr id="1183" name="Google Shape;1183;p109"/>
          <p:cNvSpPr/>
          <p:nvPr/>
        </p:nvSpPr>
        <p:spPr>
          <a:xfrm>
            <a:off x="1128629" y="2435826"/>
            <a:ext cx="80400" cy="2232900"/>
          </a:xfrm>
          <a:prstGeom prst="leftBracket">
            <a:avLst>
              <a:gd fmla="val 0" name="adj"/>
            </a:avLst>
          </a:prstGeom>
          <a:noFill/>
          <a:ln cap="flat" cmpd="sng" w="38100">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sp>
        <p:nvSpPr>
          <p:cNvPr id="1184" name="Google Shape;1184;p109"/>
          <p:cNvSpPr/>
          <p:nvPr/>
        </p:nvSpPr>
        <p:spPr>
          <a:xfrm flipH="1">
            <a:off x="4994978" y="2442266"/>
            <a:ext cx="80400" cy="2232900"/>
          </a:xfrm>
          <a:prstGeom prst="leftBracket">
            <a:avLst>
              <a:gd fmla="val 0" name="adj"/>
            </a:avLst>
          </a:prstGeom>
          <a:noFill/>
          <a:ln cap="flat" cmpd="sng" w="38100">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sp>
        <p:nvSpPr>
          <p:cNvPr id="1185" name="Google Shape;1185;p109"/>
          <p:cNvSpPr txBox="1"/>
          <p:nvPr/>
        </p:nvSpPr>
        <p:spPr>
          <a:xfrm>
            <a:off x="145121" y="221348"/>
            <a:ext cx="9126900" cy="808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2400">
                <a:solidFill>
                  <a:schemeClr val="lt1"/>
                </a:solidFill>
                <a:latin typeface="Arial"/>
                <a:ea typeface="Arial"/>
                <a:cs typeface="Arial"/>
                <a:sym typeface="Arial"/>
              </a:rPr>
              <a:t>Large Language Models learn to predict the next word (</a:t>
            </a:r>
            <a:r>
              <a:rPr lang="en" sz="2400">
                <a:solidFill>
                  <a:srgbClr val="C00000"/>
                </a:solidFill>
                <a:latin typeface="Arial"/>
                <a:ea typeface="Arial"/>
                <a:cs typeface="Arial"/>
                <a:sym typeface="Arial"/>
              </a:rPr>
              <a:t>token</a:t>
            </a:r>
            <a:r>
              <a:rPr lang="en" sz="2400">
                <a:solidFill>
                  <a:schemeClr val="lt1"/>
                </a:solidFill>
                <a:latin typeface="Arial"/>
                <a:ea typeface="Arial"/>
                <a:cs typeface="Arial"/>
                <a:sym typeface="Arial"/>
              </a:rPr>
              <a:t>) on a string by learning the statistical properties of a corpus of text</a:t>
            </a:r>
            <a:endParaRPr sz="1100"/>
          </a:p>
        </p:txBody>
      </p:sp>
      <p:sp>
        <p:nvSpPr>
          <p:cNvPr id="1186" name="Google Shape;1186;p109"/>
          <p:cNvSpPr/>
          <p:nvPr/>
        </p:nvSpPr>
        <p:spPr>
          <a:xfrm>
            <a:off x="2881627" y="1901908"/>
            <a:ext cx="433897" cy="575622"/>
          </a:xfrm>
          <a:prstGeom prst="downArrow">
            <a:avLst>
              <a:gd fmla="val 50000" name="adj1"/>
              <a:gd fmla="val 50000" name="adj2"/>
            </a:avLst>
          </a:prstGeom>
          <a:solidFill>
            <a:srgbClr val="FFC000"/>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187" name="Google Shape;1187;p109"/>
          <p:cNvSpPr txBox="1"/>
          <p:nvPr/>
        </p:nvSpPr>
        <p:spPr>
          <a:xfrm flipH="1">
            <a:off x="5517062" y="2980427"/>
            <a:ext cx="3137907" cy="692497"/>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lt1"/>
                </a:solidFill>
                <a:latin typeface="Arial"/>
                <a:ea typeface="Arial"/>
                <a:cs typeface="Arial"/>
                <a:sym typeface="Arial"/>
              </a:rPr>
              <a:t>They represent each word as a vector that captures hidden properties of the tokens</a:t>
            </a:r>
            <a:endParaRPr sz="1100"/>
          </a:p>
        </p:txBody>
      </p:sp>
      <p:sp>
        <p:nvSpPr>
          <p:cNvPr id="1188" name="Google Shape;1188;p109"/>
          <p:cNvSpPr txBox="1"/>
          <p:nvPr>
            <p:ph idx="12" type="sldNum"/>
          </p:nvPr>
        </p:nvSpPr>
        <p:spPr>
          <a:xfrm>
            <a:off x="6982375" y="4808463"/>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
                <a:solidFill>
                  <a:schemeClr val="lt1"/>
                </a:solidFill>
                <a:latin typeface="DM Sans"/>
                <a:ea typeface="DM Sans"/>
                <a:cs typeface="DM Sans"/>
                <a:sym typeface="DM Sans"/>
              </a:rPr>
              <a:t>‹#›</a:t>
            </a:fld>
            <a:endParaRPr>
              <a:solidFill>
                <a:schemeClr val="lt1"/>
              </a:solidFill>
              <a:latin typeface="DM Sans"/>
              <a:ea typeface="DM Sans"/>
              <a:cs typeface="DM Sans"/>
              <a:sym typeface="DM San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92" name="Shape 1192"/>
        <p:cNvGrpSpPr/>
        <p:nvPr/>
      </p:nvGrpSpPr>
      <p:grpSpPr>
        <a:xfrm>
          <a:off x="0" y="0"/>
          <a:ext cx="0" cy="0"/>
          <a:chOff x="0" y="0"/>
          <a:chExt cx="0" cy="0"/>
        </a:xfrm>
      </p:grpSpPr>
      <p:pic>
        <p:nvPicPr>
          <p:cNvPr descr="A black background with white numbers&#10;&#10;Description automatically generated" id="1193" name="Google Shape;1193;p110"/>
          <p:cNvPicPr preferRelativeResize="0"/>
          <p:nvPr/>
        </p:nvPicPr>
        <p:blipFill rotWithShape="1">
          <a:blip r:embed="rId3">
            <a:alphaModFix amt="52999"/>
          </a:blip>
          <a:srcRect b="0" l="0" r="0" t="0"/>
          <a:stretch/>
        </p:blipFill>
        <p:spPr>
          <a:xfrm>
            <a:off x="3769397" y="1524534"/>
            <a:ext cx="4460349" cy="3169195"/>
          </a:xfrm>
          <a:prstGeom prst="rect">
            <a:avLst/>
          </a:prstGeom>
          <a:noFill/>
          <a:ln>
            <a:noFill/>
          </a:ln>
        </p:spPr>
      </p:pic>
      <p:pic>
        <p:nvPicPr>
          <p:cNvPr descr="A black background with white numbers&#10;&#10;Description automatically generated" id="1194" name="Google Shape;1194;p110"/>
          <p:cNvPicPr preferRelativeResize="0"/>
          <p:nvPr/>
        </p:nvPicPr>
        <p:blipFill rotWithShape="1">
          <a:blip r:embed="rId3">
            <a:alphaModFix/>
          </a:blip>
          <a:srcRect b="0" l="0" r="0" t="0"/>
          <a:stretch/>
        </p:blipFill>
        <p:spPr>
          <a:xfrm>
            <a:off x="605433" y="529235"/>
            <a:ext cx="2326163" cy="1652800"/>
          </a:xfrm>
          <a:prstGeom prst="rect">
            <a:avLst/>
          </a:prstGeom>
          <a:noFill/>
          <a:ln>
            <a:noFill/>
          </a:ln>
        </p:spPr>
      </p:pic>
      <p:grpSp>
        <p:nvGrpSpPr>
          <p:cNvPr id="1195" name="Google Shape;1195;p110"/>
          <p:cNvGrpSpPr/>
          <p:nvPr/>
        </p:nvGrpSpPr>
        <p:grpSpPr>
          <a:xfrm>
            <a:off x="1050981" y="2469340"/>
            <a:ext cx="1215370" cy="1461961"/>
            <a:chOff x="3621869" y="485079"/>
            <a:chExt cx="1620493" cy="1949281"/>
          </a:xfrm>
        </p:grpSpPr>
        <p:pic>
          <p:nvPicPr>
            <p:cNvPr descr="Table outline" id="1196" name="Google Shape;1196;p110"/>
            <p:cNvPicPr preferRelativeResize="0"/>
            <p:nvPr/>
          </p:nvPicPr>
          <p:blipFill rotWithShape="1">
            <a:blip r:embed="rId4">
              <a:alphaModFix/>
            </a:blip>
            <a:srcRect b="0" l="0" r="0" t="0"/>
            <a:stretch/>
          </p:blipFill>
          <p:spPr>
            <a:xfrm>
              <a:off x="3621869" y="485079"/>
              <a:ext cx="915439" cy="1291283"/>
            </a:xfrm>
            <a:prstGeom prst="rect">
              <a:avLst/>
            </a:prstGeom>
            <a:noFill/>
            <a:ln>
              <a:noFill/>
            </a:ln>
          </p:spPr>
        </p:pic>
        <p:pic>
          <p:nvPicPr>
            <p:cNvPr descr="Table outline" id="1197" name="Google Shape;1197;p110"/>
            <p:cNvPicPr preferRelativeResize="0"/>
            <p:nvPr/>
          </p:nvPicPr>
          <p:blipFill rotWithShape="1">
            <a:blip r:embed="rId4">
              <a:alphaModFix/>
            </a:blip>
            <a:srcRect b="0" l="0" r="0" t="0"/>
            <a:stretch/>
          </p:blipFill>
          <p:spPr>
            <a:xfrm>
              <a:off x="4326923" y="485079"/>
              <a:ext cx="915439" cy="1291283"/>
            </a:xfrm>
            <a:prstGeom prst="rect">
              <a:avLst/>
            </a:prstGeom>
            <a:noFill/>
            <a:ln>
              <a:noFill/>
            </a:ln>
          </p:spPr>
        </p:pic>
        <p:pic>
          <p:nvPicPr>
            <p:cNvPr descr="Table outline" id="1198" name="Google Shape;1198;p110"/>
            <p:cNvPicPr preferRelativeResize="0"/>
            <p:nvPr/>
          </p:nvPicPr>
          <p:blipFill rotWithShape="1">
            <a:blip r:embed="rId4">
              <a:alphaModFix/>
            </a:blip>
            <a:srcRect b="0" l="0" r="0" t="0"/>
            <a:stretch/>
          </p:blipFill>
          <p:spPr>
            <a:xfrm>
              <a:off x="3621869" y="1143077"/>
              <a:ext cx="915439" cy="1291283"/>
            </a:xfrm>
            <a:prstGeom prst="rect">
              <a:avLst/>
            </a:prstGeom>
            <a:noFill/>
            <a:ln>
              <a:noFill/>
            </a:ln>
          </p:spPr>
        </p:pic>
        <p:pic>
          <p:nvPicPr>
            <p:cNvPr descr="Table outline" id="1199" name="Google Shape;1199;p110"/>
            <p:cNvPicPr preferRelativeResize="0"/>
            <p:nvPr/>
          </p:nvPicPr>
          <p:blipFill rotWithShape="1">
            <a:blip r:embed="rId4">
              <a:alphaModFix/>
            </a:blip>
            <a:srcRect b="0" l="0" r="0" t="0"/>
            <a:stretch/>
          </p:blipFill>
          <p:spPr>
            <a:xfrm>
              <a:off x="4326923" y="1143077"/>
              <a:ext cx="915439" cy="1291283"/>
            </a:xfrm>
            <a:prstGeom prst="rect">
              <a:avLst/>
            </a:prstGeom>
            <a:noFill/>
            <a:ln>
              <a:noFill/>
            </a:ln>
          </p:spPr>
        </p:pic>
      </p:grpSp>
      <p:sp>
        <p:nvSpPr>
          <p:cNvPr id="1200" name="Google Shape;1200;p110"/>
          <p:cNvSpPr/>
          <p:nvPr/>
        </p:nvSpPr>
        <p:spPr>
          <a:xfrm>
            <a:off x="1161780" y="2715267"/>
            <a:ext cx="132900" cy="125100"/>
          </a:xfrm>
          <a:prstGeom prst="ellipse">
            <a:avLst/>
          </a:prstGeom>
          <a:solidFill>
            <a:schemeClr val="accent1"/>
          </a:solidFill>
          <a:ln cap="flat" cmpd="sng" w="1270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01" name="Google Shape;1201;p110"/>
          <p:cNvSpPr/>
          <p:nvPr/>
        </p:nvSpPr>
        <p:spPr>
          <a:xfrm>
            <a:off x="1500435" y="2887976"/>
            <a:ext cx="132900" cy="125100"/>
          </a:xfrm>
          <a:prstGeom prst="ellipse">
            <a:avLst/>
          </a:prstGeom>
          <a:solidFill>
            <a:schemeClr val="accent1"/>
          </a:solidFill>
          <a:ln cap="flat" cmpd="sng" w="1270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02" name="Google Shape;1202;p110"/>
          <p:cNvSpPr/>
          <p:nvPr/>
        </p:nvSpPr>
        <p:spPr>
          <a:xfrm>
            <a:off x="1858577" y="2726939"/>
            <a:ext cx="132900" cy="125100"/>
          </a:xfrm>
          <a:prstGeom prst="ellipse">
            <a:avLst/>
          </a:prstGeom>
          <a:solidFill>
            <a:schemeClr val="accent1"/>
          </a:solidFill>
          <a:ln cap="flat" cmpd="sng" w="1270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03" name="Google Shape;1203;p110"/>
          <p:cNvSpPr/>
          <p:nvPr/>
        </p:nvSpPr>
        <p:spPr>
          <a:xfrm>
            <a:off x="1867845" y="3046583"/>
            <a:ext cx="132900" cy="125100"/>
          </a:xfrm>
          <a:prstGeom prst="ellipse">
            <a:avLst/>
          </a:prstGeom>
          <a:solidFill>
            <a:schemeClr val="accent1"/>
          </a:solidFill>
          <a:ln cap="flat" cmpd="sng" w="1270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04" name="Google Shape;1204;p110"/>
          <p:cNvSpPr/>
          <p:nvPr/>
        </p:nvSpPr>
        <p:spPr>
          <a:xfrm>
            <a:off x="1689188" y="3218856"/>
            <a:ext cx="132900" cy="125100"/>
          </a:xfrm>
          <a:prstGeom prst="ellipse">
            <a:avLst/>
          </a:prstGeom>
          <a:solidFill>
            <a:schemeClr val="accent1"/>
          </a:solidFill>
          <a:ln cap="flat" cmpd="sng" w="1270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05" name="Google Shape;1205;p110"/>
          <p:cNvSpPr/>
          <p:nvPr/>
        </p:nvSpPr>
        <p:spPr>
          <a:xfrm>
            <a:off x="2022940" y="3383681"/>
            <a:ext cx="132900" cy="125100"/>
          </a:xfrm>
          <a:prstGeom prst="ellipse">
            <a:avLst/>
          </a:prstGeom>
          <a:solidFill>
            <a:schemeClr val="accent1"/>
          </a:solidFill>
          <a:ln cap="flat" cmpd="sng" w="1270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06" name="Google Shape;1206;p110"/>
          <p:cNvSpPr/>
          <p:nvPr/>
        </p:nvSpPr>
        <p:spPr>
          <a:xfrm>
            <a:off x="2034169" y="2897244"/>
            <a:ext cx="132900" cy="125100"/>
          </a:xfrm>
          <a:prstGeom prst="ellipse">
            <a:avLst/>
          </a:prstGeom>
          <a:solidFill>
            <a:schemeClr val="accent1"/>
          </a:solidFill>
          <a:ln cap="flat" cmpd="sng" w="1270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07" name="Google Shape;1207;p110"/>
          <p:cNvSpPr/>
          <p:nvPr/>
        </p:nvSpPr>
        <p:spPr>
          <a:xfrm>
            <a:off x="2027157" y="3539329"/>
            <a:ext cx="132900" cy="125100"/>
          </a:xfrm>
          <a:prstGeom prst="ellipse">
            <a:avLst/>
          </a:prstGeom>
          <a:solidFill>
            <a:schemeClr val="accent1"/>
          </a:solidFill>
          <a:ln cap="flat" cmpd="sng" w="1270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08" name="Google Shape;1208;p110"/>
          <p:cNvSpPr txBox="1"/>
          <p:nvPr/>
        </p:nvSpPr>
        <p:spPr>
          <a:xfrm flipH="1">
            <a:off x="1043606" y="2422481"/>
            <a:ext cx="13341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rgbClr val="FFC000"/>
                </a:solidFill>
                <a:latin typeface="Arial"/>
                <a:ea typeface="Arial"/>
                <a:cs typeface="Arial"/>
                <a:sym typeface="Arial"/>
              </a:rPr>
              <a:t>Attention head</a:t>
            </a:r>
            <a:endParaRPr sz="1100"/>
          </a:p>
        </p:txBody>
      </p:sp>
      <p:sp>
        <p:nvSpPr>
          <p:cNvPr id="1209" name="Google Shape;1209;p110"/>
          <p:cNvSpPr txBox="1"/>
          <p:nvPr/>
        </p:nvSpPr>
        <p:spPr>
          <a:xfrm>
            <a:off x="4841776" y="634536"/>
            <a:ext cx="3603000" cy="715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rgbClr val="F2F2F2"/>
                </a:solidFill>
                <a:latin typeface="Arial"/>
                <a:ea typeface="Arial"/>
                <a:cs typeface="Arial"/>
                <a:sym typeface="Arial"/>
              </a:rPr>
              <a:t>Attention Head: </a:t>
            </a:r>
            <a:endParaRPr sz="1100"/>
          </a:p>
          <a:p>
            <a:pPr indent="0" lvl="0" marL="0" marR="0" rtl="0" algn="l">
              <a:spcBef>
                <a:spcPts val="0"/>
              </a:spcBef>
              <a:spcAft>
                <a:spcPts val="0"/>
              </a:spcAft>
              <a:buNone/>
            </a:pPr>
            <a:r>
              <a:rPr lang="en" sz="1400">
                <a:solidFill>
                  <a:srgbClr val="F2F2F2"/>
                </a:solidFill>
                <a:latin typeface="Arial"/>
                <a:ea typeface="Arial"/>
                <a:cs typeface="Arial"/>
                <a:sym typeface="Arial"/>
              </a:rPr>
              <a:t>Identifies which words interact with each other</a:t>
            </a:r>
            <a:endParaRPr sz="1100"/>
          </a:p>
        </p:txBody>
      </p:sp>
      <p:sp>
        <p:nvSpPr>
          <p:cNvPr id="1210" name="Google Shape;1210;p110"/>
          <p:cNvSpPr txBox="1"/>
          <p:nvPr>
            <p:ph idx="12" type="sldNum"/>
          </p:nvPr>
        </p:nvSpPr>
        <p:spPr>
          <a:xfrm>
            <a:off x="6902325" y="4778388"/>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
                <a:solidFill>
                  <a:schemeClr val="lt1"/>
                </a:solidFill>
                <a:latin typeface="DM Sans"/>
                <a:ea typeface="DM Sans"/>
                <a:cs typeface="DM Sans"/>
                <a:sym typeface="DM Sans"/>
              </a:rPr>
              <a:t>‹#›</a:t>
            </a:fld>
            <a:endParaRPr>
              <a:solidFill>
                <a:schemeClr val="lt1"/>
              </a:solidFill>
              <a:latin typeface="DM Sans"/>
              <a:ea typeface="DM Sans"/>
              <a:cs typeface="DM Sans"/>
              <a:sym typeface="DM San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14" name="Shape 1214"/>
        <p:cNvGrpSpPr/>
        <p:nvPr/>
      </p:nvGrpSpPr>
      <p:grpSpPr>
        <a:xfrm>
          <a:off x="0" y="0"/>
          <a:ext cx="0" cy="0"/>
          <a:chOff x="0" y="0"/>
          <a:chExt cx="0" cy="0"/>
        </a:xfrm>
      </p:grpSpPr>
      <p:grpSp>
        <p:nvGrpSpPr>
          <p:cNvPr id="1215" name="Google Shape;1215;p111"/>
          <p:cNvGrpSpPr/>
          <p:nvPr/>
        </p:nvGrpSpPr>
        <p:grpSpPr>
          <a:xfrm>
            <a:off x="392281" y="2110340"/>
            <a:ext cx="1215370" cy="1461961"/>
            <a:chOff x="3621869" y="485079"/>
            <a:chExt cx="1620493" cy="1949281"/>
          </a:xfrm>
        </p:grpSpPr>
        <p:pic>
          <p:nvPicPr>
            <p:cNvPr descr="Table outline" id="1216" name="Google Shape;1216;p111"/>
            <p:cNvPicPr preferRelativeResize="0"/>
            <p:nvPr/>
          </p:nvPicPr>
          <p:blipFill rotWithShape="1">
            <a:blip r:embed="rId3">
              <a:alphaModFix/>
            </a:blip>
            <a:srcRect b="0" l="0" r="0" t="0"/>
            <a:stretch/>
          </p:blipFill>
          <p:spPr>
            <a:xfrm>
              <a:off x="3621869" y="485079"/>
              <a:ext cx="915439" cy="1291283"/>
            </a:xfrm>
            <a:prstGeom prst="rect">
              <a:avLst/>
            </a:prstGeom>
            <a:noFill/>
            <a:ln>
              <a:noFill/>
            </a:ln>
          </p:spPr>
        </p:pic>
        <p:pic>
          <p:nvPicPr>
            <p:cNvPr descr="Table outline" id="1217" name="Google Shape;1217;p111"/>
            <p:cNvPicPr preferRelativeResize="0"/>
            <p:nvPr/>
          </p:nvPicPr>
          <p:blipFill rotWithShape="1">
            <a:blip r:embed="rId3">
              <a:alphaModFix/>
            </a:blip>
            <a:srcRect b="0" l="0" r="0" t="0"/>
            <a:stretch/>
          </p:blipFill>
          <p:spPr>
            <a:xfrm>
              <a:off x="4326923" y="485079"/>
              <a:ext cx="915439" cy="1291283"/>
            </a:xfrm>
            <a:prstGeom prst="rect">
              <a:avLst/>
            </a:prstGeom>
            <a:noFill/>
            <a:ln>
              <a:noFill/>
            </a:ln>
          </p:spPr>
        </p:pic>
        <p:pic>
          <p:nvPicPr>
            <p:cNvPr descr="Table outline" id="1218" name="Google Shape;1218;p111"/>
            <p:cNvPicPr preferRelativeResize="0"/>
            <p:nvPr/>
          </p:nvPicPr>
          <p:blipFill rotWithShape="1">
            <a:blip r:embed="rId3">
              <a:alphaModFix/>
            </a:blip>
            <a:srcRect b="0" l="0" r="0" t="0"/>
            <a:stretch/>
          </p:blipFill>
          <p:spPr>
            <a:xfrm>
              <a:off x="3621869" y="1143077"/>
              <a:ext cx="915439" cy="1291283"/>
            </a:xfrm>
            <a:prstGeom prst="rect">
              <a:avLst/>
            </a:prstGeom>
            <a:noFill/>
            <a:ln>
              <a:noFill/>
            </a:ln>
          </p:spPr>
        </p:pic>
        <p:pic>
          <p:nvPicPr>
            <p:cNvPr descr="Table outline" id="1219" name="Google Shape;1219;p111"/>
            <p:cNvPicPr preferRelativeResize="0"/>
            <p:nvPr/>
          </p:nvPicPr>
          <p:blipFill rotWithShape="1">
            <a:blip r:embed="rId3">
              <a:alphaModFix/>
            </a:blip>
            <a:srcRect b="0" l="0" r="0" t="0"/>
            <a:stretch/>
          </p:blipFill>
          <p:spPr>
            <a:xfrm>
              <a:off x="4326923" y="1143077"/>
              <a:ext cx="915439" cy="1291283"/>
            </a:xfrm>
            <a:prstGeom prst="rect">
              <a:avLst/>
            </a:prstGeom>
            <a:noFill/>
            <a:ln>
              <a:noFill/>
            </a:ln>
          </p:spPr>
        </p:pic>
      </p:grpSp>
      <p:sp>
        <p:nvSpPr>
          <p:cNvPr id="1220" name="Google Shape;1220;p111"/>
          <p:cNvSpPr/>
          <p:nvPr/>
        </p:nvSpPr>
        <p:spPr>
          <a:xfrm>
            <a:off x="497317" y="2366742"/>
            <a:ext cx="132900" cy="125100"/>
          </a:xfrm>
          <a:prstGeom prst="ellipse">
            <a:avLst/>
          </a:prstGeom>
          <a:solidFill>
            <a:schemeClr val="accent1"/>
          </a:solidFill>
          <a:ln cap="flat" cmpd="sng" w="1270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21" name="Google Shape;1221;p111"/>
          <p:cNvSpPr/>
          <p:nvPr/>
        </p:nvSpPr>
        <p:spPr>
          <a:xfrm>
            <a:off x="835973" y="2539451"/>
            <a:ext cx="132900" cy="125100"/>
          </a:xfrm>
          <a:prstGeom prst="ellipse">
            <a:avLst/>
          </a:prstGeom>
          <a:solidFill>
            <a:schemeClr val="accent1"/>
          </a:solidFill>
          <a:ln cap="flat" cmpd="sng" w="1270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22" name="Google Shape;1222;p111"/>
          <p:cNvSpPr/>
          <p:nvPr/>
        </p:nvSpPr>
        <p:spPr>
          <a:xfrm>
            <a:off x="1194114" y="2378414"/>
            <a:ext cx="132900" cy="125100"/>
          </a:xfrm>
          <a:prstGeom prst="ellipse">
            <a:avLst/>
          </a:prstGeom>
          <a:solidFill>
            <a:schemeClr val="accent1"/>
          </a:solidFill>
          <a:ln cap="flat" cmpd="sng" w="1270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23" name="Google Shape;1223;p111"/>
          <p:cNvSpPr/>
          <p:nvPr/>
        </p:nvSpPr>
        <p:spPr>
          <a:xfrm>
            <a:off x="1203382" y="2698058"/>
            <a:ext cx="132900" cy="125100"/>
          </a:xfrm>
          <a:prstGeom prst="ellipse">
            <a:avLst/>
          </a:prstGeom>
          <a:solidFill>
            <a:schemeClr val="accent1"/>
          </a:solidFill>
          <a:ln cap="flat" cmpd="sng" w="1270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24" name="Google Shape;1224;p111"/>
          <p:cNvSpPr/>
          <p:nvPr/>
        </p:nvSpPr>
        <p:spPr>
          <a:xfrm>
            <a:off x="1024725" y="2870331"/>
            <a:ext cx="132900" cy="125100"/>
          </a:xfrm>
          <a:prstGeom prst="ellipse">
            <a:avLst/>
          </a:prstGeom>
          <a:solidFill>
            <a:schemeClr val="accent1"/>
          </a:solidFill>
          <a:ln cap="flat" cmpd="sng" w="1270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25" name="Google Shape;1225;p111"/>
          <p:cNvSpPr/>
          <p:nvPr/>
        </p:nvSpPr>
        <p:spPr>
          <a:xfrm>
            <a:off x="1358478" y="3035156"/>
            <a:ext cx="132900" cy="125100"/>
          </a:xfrm>
          <a:prstGeom prst="ellipse">
            <a:avLst/>
          </a:prstGeom>
          <a:solidFill>
            <a:schemeClr val="accent1"/>
          </a:solidFill>
          <a:ln cap="flat" cmpd="sng" w="1270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26" name="Google Shape;1226;p111"/>
          <p:cNvSpPr/>
          <p:nvPr/>
        </p:nvSpPr>
        <p:spPr>
          <a:xfrm>
            <a:off x="1369707" y="2548719"/>
            <a:ext cx="132900" cy="125100"/>
          </a:xfrm>
          <a:prstGeom prst="ellipse">
            <a:avLst/>
          </a:prstGeom>
          <a:solidFill>
            <a:schemeClr val="accent1"/>
          </a:solidFill>
          <a:ln cap="flat" cmpd="sng" w="1270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27" name="Google Shape;1227;p111"/>
          <p:cNvSpPr/>
          <p:nvPr/>
        </p:nvSpPr>
        <p:spPr>
          <a:xfrm>
            <a:off x="1362695" y="3190804"/>
            <a:ext cx="132900" cy="125100"/>
          </a:xfrm>
          <a:prstGeom prst="ellipse">
            <a:avLst/>
          </a:prstGeom>
          <a:solidFill>
            <a:schemeClr val="accent1"/>
          </a:solidFill>
          <a:ln cap="flat" cmpd="sng" w="1270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28" name="Google Shape;1228;p111"/>
          <p:cNvSpPr txBox="1"/>
          <p:nvPr/>
        </p:nvSpPr>
        <p:spPr>
          <a:xfrm flipH="1">
            <a:off x="424194" y="2047518"/>
            <a:ext cx="13341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rgbClr val="FFC000"/>
                </a:solidFill>
                <a:latin typeface="Arial"/>
                <a:ea typeface="Arial"/>
                <a:cs typeface="Arial"/>
                <a:sym typeface="Arial"/>
              </a:rPr>
              <a:t>Attention head</a:t>
            </a:r>
            <a:endParaRPr sz="1100"/>
          </a:p>
        </p:txBody>
      </p:sp>
      <p:pic>
        <p:nvPicPr>
          <p:cNvPr id="1229" name="Google Shape;1229;p111"/>
          <p:cNvPicPr preferRelativeResize="0"/>
          <p:nvPr/>
        </p:nvPicPr>
        <p:blipFill>
          <a:blip r:embed="rId4">
            <a:alphaModFix/>
          </a:blip>
          <a:stretch>
            <a:fillRect/>
          </a:stretch>
        </p:blipFill>
        <p:spPr>
          <a:xfrm>
            <a:off x="2220112" y="634775"/>
            <a:ext cx="4246825" cy="3932600"/>
          </a:xfrm>
          <a:prstGeom prst="rect">
            <a:avLst/>
          </a:prstGeom>
          <a:noFill/>
          <a:ln>
            <a:noFill/>
          </a:ln>
        </p:spPr>
      </p:pic>
      <p:pic>
        <p:nvPicPr>
          <p:cNvPr id="1230" name="Google Shape;1230;p111"/>
          <p:cNvPicPr preferRelativeResize="0"/>
          <p:nvPr/>
        </p:nvPicPr>
        <p:blipFill>
          <a:blip r:embed="rId5">
            <a:alphaModFix/>
          </a:blip>
          <a:stretch>
            <a:fillRect/>
          </a:stretch>
        </p:blipFill>
        <p:spPr>
          <a:xfrm>
            <a:off x="1958063" y="634775"/>
            <a:ext cx="5548716" cy="4032000"/>
          </a:xfrm>
          <a:prstGeom prst="rect">
            <a:avLst/>
          </a:prstGeom>
          <a:noFill/>
          <a:ln>
            <a:noFill/>
          </a:ln>
        </p:spPr>
      </p:pic>
      <p:pic>
        <p:nvPicPr>
          <p:cNvPr id="1231" name="Google Shape;1231;p111"/>
          <p:cNvPicPr preferRelativeResize="0"/>
          <p:nvPr/>
        </p:nvPicPr>
        <p:blipFill>
          <a:blip r:embed="rId6">
            <a:alphaModFix/>
          </a:blip>
          <a:stretch>
            <a:fillRect/>
          </a:stretch>
        </p:blipFill>
        <p:spPr>
          <a:xfrm>
            <a:off x="2273286" y="608650"/>
            <a:ext cx="5173199" cy="4465350"/>
          </a:xfrm>
          <a:prstGeom prst="rect">
            <a:avLst/>
          </a:prstGeom>
          <a:noFill/>
          <a:ln>
            <a:noFill/>
          </a:ln>
        </p:spPr>
      </p:pic>
      <p:sp>
        <p:nvSpPr>
          <p:cNvPr id="1232" name="Google Shape;1232;p111"/>
          <p:cNvSpPr txBox="1"/>
          <p:nvPr/>
        </p:nvSpPr>
        <p:spPr>
          <a:xfrm>
            <a:off x="6749922" y="530552"/>
            <a:ext cx="2192100" cy="500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rgbClr val="F2F2F2"/>
                </a:solidFill>
                <a:latin typeface="Arial"/>
                <a:ea typeface="Arial"/>
                <a:cs typeface="Arial"/>
                <a:sym typeface="Arial"/>
              </a:rPr>
              <a:t>Multilayer Perceptron (MLP)</a:t>
            </a:r>
            <a:endParaRPr sz="1100"/>
          </a:p>
        </p:txBody>
      </p:sp>
      <p:sp>
        <p:nvSpPr>
          <p:cNvPr id="1233" name="Google Shape;1233;p111"/>
          <p:cNvSpPr txBox="1"/>
          <p:nvPr/>
        </p:nvSpPr>
        <p:spPr>
          <a:xfrm>
            <a:off x="7706550" y="2640549"/>
            <a:ext cx="1809000" cy="1146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rgbClr val="F2F2F2"/>
                </a:solidFill>
                <a:latin typeface="Arial"/>
                <a:ea typeface="Arial"/>
                <a:cs typeface="Arial"/>
                <a:sym typeface="Arial"/>
              </a:rPr>
              <a:t>Updated embeddings</a:t>
            </a:r>
            <a:endParaRPr sz="1100"/>
          </a:p>
          <a:p>
            <a:pPr indent="0" lvl="0" marL="0" marR="0" rtl="0" algn="l">
              <a:spcBef>
                <a:spcPts val="0"/>
              </a:spcBef>
              <a:spcAft>
                <a:spcPts val="0"/>
              </a:spcAft>
              <a:buNone/>
            </a:pPr>
            <a:r>
              <a:t/>
            </a:r>
            <a:endParaRPr sz="1400">
              <a:solidFill>
                <a:srgbClr val="F2F2F2"/>
              </a:solidFill>
              <a:latin typeface="Arial"/>
              <a:ea typeface="Arial"/>
              <a:cs typeface="Arial"/>
              <a:sym typeface="Arial"/>
            </a:endParaRPr>
          </a:p>
          <a:p>
            <a:pPr indent="0" lvl="0" marL="0" marR="0" rtl="0" algn="l">
              <a:spcBef>
                <a:spcPts val="0"/>
              </a:spcBef>
              <a:spcAft>
                <a:spcPts val="0"/>
              </a:spcAft>
              <a:buNone/>
            </a:pPr>
            <a:r>
              <a:rPr lang="en" sz="1400">
                <a:solidFill>
                  <a:srgbClr val="F2F2F2"/>
                </a:solidFill>
                <a:latin typeface="Arial"/>
                <a:ea typeface="Arial"/>
                <a:cs typeface="Arial"/>
                <a:sym typeface="Arial"/>
              </a:rPr>
              <a:t>(learn new semantics)</a:t>
            </a:r>
            <a:endParaRPr sz="1100"/>
          </a:p>
        </p:txBody>
      </p:sp>
      <p:sp>
        <p:nvSpPr>
          <p:cNvPr id="1234" name="Google Shape;1234;p111"/>
          <p:cNvSpPr txBox="1"/>
          <p:nvPr/>
        </p:nvSpPr>
        <p:spPr>
          <a:xfrm>
            <a:off x="6536014" y="4361734"/>
            <a:ext cx="2619900" cy="715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lt1"/>
                </a:solidFill>
                <a:latin typeface="Arial"/>
                <a:ea typeface="Arial"/>
                <a:cs typeface="Arial"/>
                <a:sym typeface="Arial"/>
              </a:rPr>
              <a:t>A </a:t>
            </a:r>
            <a:r>
              <a:rPr lang="en" sz="1400">
                <a:solidFill>
                  <a:srgbClr val="FF0000"/>
                </a:solidFill>
                <a:latin typeface="Arial"/>
                <a:ea typeface="Arial"/>
                <a:cs typeface="Arial"/>
                <a:sym typeface="Arial"/>
              </a:rPr>
              <a:t>bat</a:t>
            </a:r>
            <a:r>
              <a:rPr lang="en" sz="1400">
                <a:solidFill>
                  <a:schemeClr val="lt1"/>
                </a:solidFill>
                <a:latin typeface="Arial"/>
                <a:ea typeface="Arial"/>
                <a:cs typeface="Arial"/>
                <a:sym typeface="Arial"/>
              </a:rPr>
              <a:t> flew into the room</a:t>
            </a:r>
            <a:endParaRPr sz="1100"/>
          </a:p>
          <a:p>
            <a:pPr indent="0" lvl="0" marL="0" marR="0" rtl="0" algn="l">
              <a:spcBef>
                <a:spcPts val="0"/>
              </a:spcBef>
              <a:spcAft>
                <a:spcPts val="0"/>
              </a:spcAft>
              <a:buNone/>
            </a:pPr>
            <a:r>
              <a:rPr lang="en" sz="1400">
                <a:solidFill>
                  <a:schemeClr val="lt1"/>
                </a:solidFill>
                <a:latin typeface="Arial"/>
                <a:ea typeface="Arial"/>
                <a:cs typeface="Arial"/>
                <a:sym typeface="Arial"/>
              </a:rPr>
              <a:t> vs. A player at the </a:t>
            </a:r>
            <a:r>
              <a:rPr lang="en" sz="1400">
                <a:solidFill>
                  <a:srgbClr val="FF0000"/>
                </a:solidFill>
                <a:latin typeface="Arial"/>
                <a:ea typeface="Arial"/>
                <a:cs typeface="Arial"/>
                <a:sym typeface="Arial"/>
              </a:rPr>
              <a:t>bat</a:t>
            </a:r>
            <a:endParaRPr sz="1100"/>
          </a:p>
          <a:p>
            <a:pPr indent="0" lvl="0" marL="0" marR="0" rtl="0" algn="l">
              <a:spcBef>
                <a:spcPts val="0"/>
              </a:spcBef>
              <a:spcAft>
                <a:spcPts val="0"/>
              </a:spcAft>
              <a:buNone/>
            </a:pPr>
            <a:r>
              <a:t/>
            </a:r>
            <a:endParaRPr sz="1400">
              <a:solidFill>
                <a:schemeClr val="lt1"/>
              </a:solidFill>
              <a:latin typeface="Arial"/>
              <a:ea typeface="Arial"/>
              <a:cs typeface="Arial"/>
              <a:sym typeface="Arial"/>
            </a:endParaRPr>
          </a:p>
        </p:txBody>
      </p:sp>
      <p:pic>
        <p:nvPicPr>
          <p:cNvPr descr="A black background with white numbers&#10;&#10;Description automatically generated" id="1235" name="Google Shape;1235;p111"/>
          <p:cNvPicPr preferRelativeResize="0"/>
          <p:nvPr/>
        </p:nvPicPr>
        <p:blipFill rotWithShape="1">
          <a:blip r:embed="rId7">
            <a:alphaModFix/>
          </a:blip>
          <a:srcRect b="0" l="0" r="0" t="0"/>
          <a:stretch/>
        </p:blipFill>
        <p:spPr>
          <a:xfrm>
            <a:off x="182108" y="141184"/>
            <a:ext cx="2326163" cy="1652800"/>
          </a:xfrm>
          <a:prstGeom prst="rect">
            <a:avLst/>
          </a:prstGeom>
          <a:noFill/>
          <a:ln>
            <a:noFill/>
          </a:ln>
        </p:spPr>
      </p:pic>
      <p:sp>
        <p:nvSpPr>
          <p:cNvPr id="1236" name="Google Shape;1236;p111"/>
          <p:cNvSpPr txBox="1"/>
          <p:nvPr>
            <p:ph idx="12" type="sldNum"/>
          </p:nvPr>
        </p:nvSpPr>
        <p:spPr>
          <a:xfrm>
            <a:off x="6980075" y="4800088"/>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
                <a:solidFill>
                  <a:schemeClr val="lt1"/>
                </a:solidFill>
              </a:rPr>
              <a:t>‹#›</a:t>
            </a:fld>
            <a:endParaRPr>
              <a:solidFill>
                <a:schemeClr val="lt1"/>
              </a:solidFill>
              <a:latin typeface="DM Sans"/>
              <a:ea typeface="DM Sans"/>
              <a:cs typeface="DM Sans"/>
              <a:sym typeface="DM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2"/>
                                        </p:tgtEl>
                                        <p:attrNameLst>
                                          <p:attrName>style.visibility</p:attrName>
                                        </p:attrNameLst>
                                      </p:cBhvr>
                                      <p:to>
                                        <p:strVal val="visible"/>
                                      </p:to>
                                    </p:set>
                                    <p:animEffect filter="fade" transition="in">
                                      <p:cBhvr>
                                        <p:cTn dur="500"/>
                                        <p:tgtEl>
                                          <p:spTgt spid="1232"/>
                                        </p:tgtEl>
                                      </p:cBhvr>
                                    </p:animEffect>
                                  </p:childTnLst>
                                </p:cTn>
                              </p:par>
                              <p:par>
                                <p:cTn fill="hold" nodeType="withEffect" presetClass="entr" presetID="10" presetSubtype="0">
                                  <p:stCondLst>
                                    <p:cond delay="0"/>
                                  </p:stCondLst>
                                  <p:childTnLst>
                                    <p:set>
                                      <p:cBhvr>
                                        <p:cTn dur="1" fill="hold">
                                          <p:stCondLst>
                                            <p:cond delay="0"/>
                                          </p:stCondLst>
                                        </p:cTn>
                                        <p:tgtEl>
                                          <p:spTgt spid="1230"/>
                                        </p:tgtEl>
                                        <p:attrNameLst>
                                          <p:attrName>style.visibility</p:attrName>
                                        </p:attrNameLst>
                                      </p:cBhvr>
                                      <p:to>
                                        <p:strVal val="visible"/>
                                      </p:to>
                                    </p:set>
                                    <p:animEffect filter="fade" transition="in">
                                      <p:cBhvr>
                                        <p:cTn dur="1000"/>
                                        <p:tgtEl>
                                          <p:spTgt spid="12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3"/>
                                        </p:tgtEl>
                                        <p:attrNameLst>
                                          <p:attrName>style.visibility</p:attrName>
                                        </p:attrNameLst>
                                      </p:cBhvr>
                                      <p:to>
                                        <p:strVal val="visible"/>
                                      </p:to>
                                    </p:set>
                                    <p:animEffect filter="fade" transition="in">
                                      <p:cBhvr>
                                        <p:cTn dur="500"/>
                                        <p:tgtEl>
                                          <p:spTgt spid="1233"/>
                                        </p:tgtEl>
                                      </p:cBhvr>
                                    </p:animEffect>
                                  </p:childTnLst>
                                </p:cTn>
                              </p:par>
                              <p:par>
                                <p:cTn fill="hold" nodeType="withEffect" presetClass="entr" presetID="10" presetSubtype="0">
                                  <p:stCondLst>
                                    <p:cond delay="0"/>
                                  </p:stCondLst>
                                  <p:childTnLst>
                                    <p:set>
                                      <p:cBhvr>
                                        <p:cTn dur="1" fill="hold">
                                          <p:stCondLst>
                                            <p:cond delay="0"/>
                                          </p:stCondLst>
                                        </p:cTn>
                                        <p:tgtEl>
                                          <p:spTgt spid="1231"/>
                                        </p:tgtEl>
                                        <p:attrNameLst>
                                          <p:attrName>style.visibility</p:attrName>
                                        </p:attrNameLst>
                                      </p:cBhvr>
                                      <p:to>
                                        <p:strVal val="visible"/>
                                      </p:to>
                                    </p:set>
                                    <p:animEffect filter="fade" transition="in">
                                      <p:cBhvr>
                                        <p:cTn dur="1000"/>
                                        <p:tgtEl>
                                          <p:spTgt spid="1231"/>
                                        </p:tgtEl>
                                      </p:cBhvr>
                                    </p:animEffect>
                                  </p:childTnLst>
                                </p:cTn>
                              </p:par>
                              <p:par>
                                <p:cTn fill="hold" nodeType="withEffect" presetClass="entr" presetID="10" presetSubtype="0">
                                  <p:stCondLst>
                                    <p:cond delay="0"/>
                                  </p:stCondLst>
                                  <p:childTnLst>
                                    <p:set>
                                      <p:cBhvr>
                                        <p:cTn dur="1" fill="hold">
                                          <p:stCondLst>
                                            <p:cond delay="0"/>
                                          </p:stCondLst>
                                        </p:cTn>
                                        <p:tgtEl>
                                          <p:spTgt spid="1234"/>
                                        </p:tgtEl>
                                        <p:attrNameLst>
                                          <p:attrName>style.visibility</p:attrName>
                                        </p:attrNameLst>
                                      </p:cBhvr>
                                      <p:to>
                                        <p:strVal val="visible"/>
                                      </p:to>
                                    </p:set>
                                    <p:animEffect filter="fade" transition="in">
                                      <p:cBhvr>
                                        <p:cTn dur="500"/>
                                        <p:tgtEl>
                                          <p:spTgt spid="12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40" name="Shape 1240"/>
        <p:cNvGrpSpPr/>
        <p:nvPr/>
      </p:nvGrpSpPr>
      <p:grpSpPr>
        <a:xfrm>
          <a:off x="0" y="0"/>
          <a:ext cx="0" cy="0"/>
          <a:chOff x="0" y="0"/>
          <a:chExt cx="0" cy="0"/>
        </a:xfrm>
      </p:grpSpPr>
      <p:cxnSp>
        <p:nvCxnSpPr>
          <p:cNvPr id="1241" name="Google Shape;1241;p112"/>
          <p:cNvCxnSpPr/>
          <p:nvPr/>
        </p:nvCxnSpPr>
        <p:spPr>
          <a:xfrm>
            <a:off x="2502242" y="492724"/>
            <a:ext cx="0" cy="3790435"/>
          </a:xfrm>
          <a:prstGeom prst="straightConnector1">
            <a:avLst/>
          </a:prstGeom>
          <a:noFill/>
          <a:ln cap="flat" cmpd="sng" w="38100">
            <a:solidFill>
              <a:schemeClr val="accent1"/>
            </a:solidFill>
            <a:prstDash val="solid"/>
            <a:miter lim="800000"/>
            <a:headEnd len="med" w="med" type="triangle"/>
            <a:tailEnd len="med" w="med" type="triangle"/>
          </a:ln>
        </p:spPr>
      </p:cxnSp>
      <p:cxnSp>
        <p:nvCxnSpPr>
          <p:cNvPr id="1242" name="Google Shape;1242;p112"/>
          <p:cNvCxnSpPr/>
          <p:nvPr/>
        </p:nvCxnSpPr>
        <p:spPr>
          <a:xfrm flipH="1">
            <a:off x="1604444" y="1339163"/>
            <a:ext cx="1875911" cy="1912207"/>
          </a:xfrm>
          <a:prstGeom prst="straightConnector1">
            <a:avLst/>
          </a:prstGeom>
          <a:noFill/>
          <a:ln cap="flat" cmpd="sng" w="38100">
            <a:solidFill>
              <a:schemeClr val="accent1"/>
            </a:solidFill>
            <a:prstDash val="solid"/>
            <a:miter lim="800000"/>
            <a:headEnd len="med" w="med" type="triangle"/>
            <a:tailEnd len="med" w="med" type="triangle"/>
          </a:ln>
        </p:spPr>
      </p:cxnSp>
      <p:cxnSp>
        <p:nvCxnSpPr>
          <p:cNvPr id="1243" name="Google Shape;1243;p112"/>
          <p:cNvCxnSpPr/>
          <p:nvPr/>
        </p:nvCxnSpPr>
        <p:spPr>
          <a:xfrm rot="10800000">
            <a:off x="624014" y="2323070"/>
            <a:ext cx="3947986" cy="0"/>
          </a:xfrm>
          <a:prstGeom prst="straightConnector1">
            <a:avLst/>
          </a:prstGeom>
          <a:noFill/>
          <a:ln cap="flat" cmpd="sng" w="38100">
            <a:solidFill>
              <a:schemeClr val="accent1"/>
            </a:solidFill>
            <a:prstDash val="solid"/>
            <a:miter lim="800000"/>
            <a:headEnd len="med" w="med" type="triangle"/>
            <a:tailEnd len="med" w="med" type="triangle"/>
          </a:ln>
        </p:spPr>
      </p:cxnSp>
      <p:cxnSp>
        <p:nvCxnSpPr>
          <p:cNvPr id="1244" name="Google Shape;1244;p112"/>
          <p:cNvCxnSpPr/>
          <p:nvPr/>
        </p:nvCxnSpPr>
        <p:spPr>
          <a:xfrm flipH="1" rot="10800000">
            <a:off x="2512666" y="1661980"/>
            <a:ext cx="1304120" cy="661090"/>
          </a:xfrm>
          <a:prstGeom prst="straightConnector1">
            <a:avLst/>
          </a:prstGeom>
          <a:noFill/>
          <a:ln cap="flat" cmpd="sng" w="19050">
            <a:solidFill>
              <a:schemeClr val="lt1"/>
            </a:solidFill>
            <a:prstDash val="solid"/>
            <a:miter lim="800000"/>
            <a:headEnd len="sm" w="sm" type="none"/>
            <a:tailEnd len="med" w="med" type="triangle"/>
          </a:ln>
        </p:spPr>
      </p:cxnSp>
      <p:cxnSp>
        <p:nvCxnSpPr>
          <p:cNvPr id="1245" name="Google Shape;1245;p112"/>
          <p:cNvCxnSpPr/>
          <p:nvPr/>
        </p:nvCxnSpPr>
        <p:spPr>
          <a:xfrm flipH="1" rot="10800000">
            <a:off x="2502430" y="1339163"/>
            <a:ext cx="1575300" cy="983907"/>
          </a:xfrm>
          <a:prstGeom prst="straightConnector1">
            <a:avLst/>
          </a:prstGeom>
          <a:noFill/>
          <a:ln cap="flat" cmpd="sng" w="19050">
            <a:solidFill>
              <a:schemeClr val="lt1"/>
            </a:solidFill>
            <a:prstDash val="solid"/>
            <a:miter lim="800000"/>
            <a:headEnd len="sm" w="sm" type="none"/>
            <a:tailEnd len="med" w="med" type="triangle"/>
          </a:ln>
        </p:spPr>
      </p:cxnSp>
      <p:cxnSp>
        <p:nvCxnSpPr>
          <p:cNvPr id="1246" name="Google Shape;1246;p112"/>
          <p:cNvCxnSpPr>
            <a:stCxn id="1247" idx="1"/>
          </p:cNvCxnSpPr>
          <p:nvPr/>
        </p:nvCxnSpPr>
        <p:spPr>
          <a:xfrm flipH="1">
            <a:off x="3797224" y="1318050"/>
            <a:ext cx="280500" cy="358800"/>
          </a:xfrm>
          <a:prstGeom prst="straightConnector1">
            <a:avLst/>
          </a:prstGeom>
          <a:noFill/>
          <a:ln cap="flat" cmpd="sng" w="19050">
            <a:solidFill>
              <a:srgbClr val="FFC000"/>
            </a:solidFill>
            <a:prstDash val="solid"/>
            <a:miter lim="800000"/>
            <a:headEnd len="med" w="med" type="triangle"/>
            <a:tailEnd len="med" w="med" type="triangle"/>
          </a:ln>
        </p:spPr>
      </p:cxnSp>
      <p:sp>
        <p:nvSpPr>
          <p:cNvPr id="1248" name="Google Shape;1248;p112"/>
          <p:cNvSpPr txBox="1"/>
          <p:nvPr/>
        </p:nvSpPr>
        <p:spPr>
          <a:xfrm>
            <a:off x="3788477" y="1622850"/>
            <a:ext cx="7035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lt1"/>
                </a:solidFill>
                <a:latin typeface="Arial"/>
                <a:ea typeface="Arial"/>
                <a:cs typeface="Arial"/>
                <a:sym typeface="Arial"/>
              </a:rPr>
              <a:t>Uncle</a:t>
            </a:r>
            <a:endParaRPr sz="1100"/>
          </a:p>
        </p:txBody>
      </p:sp>
      <p:sp>
        <p:nvSpPr>
          <p:cNvPr id="1247" name="Google Shape;1247;p112"/>
          <p:cNvSpPr txBox="1"/>
          <p:nvPr/>
        </p:nvSpPr>
        <p:spPr>
          <a:xfrm>
            <a:off x="4077724" y="1175700"/>
            <a:ext cx="5802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lt1"/>
                </a:solidFill>
                <a:latin typeface="Arial"/>
                <a:ea typeface="Arial"/>
                <a:cs typeface="Arial"/>
                <a:sym typeface="Arial"/>
              </a:rPr>
              <a:t>Aunt</a:t>
            </a:r>
            <a:endParaRPr sz="1100"/>
          </a:p>
        </p:txBody>
      </p:sp>
      <p:cxnSp>
        <p:nvCxnSpPr>
          <p:cNvPr id="1249" name="Google Shape;1249;p112"/>
          <p:cNvCxnSpPr/>
          <p:nvPr/>
        </p:nvCxnSpPr>
        <p:spPr>
          <a:xfrm rot="10800000">
            <a:off x="2212981" y="1045820"/>
            <a:ext cx="294757" cy="1264766"/>
          </a:xfrm>
          <a:prstGeom prst="straightConnector1">
            <a:avLst/>
          </a:prstGeom>
          <a:noFill/>
          <a:ln cap="flat" cmpd="sng" w="19050">
            <a:solidFill>
              <a:schemeClr val="lt1"/>
            </a:solidFill>
            <a:prstDash val="solid"/>
            <a:miter lim="800000"/>
            <a:headEnd len="sm" w="sm" type="none"/>
            <a:tailEnd len="med" w="med" type="triangle"/>
          </a:ln>
        </p:spPr>
      </p:cxnSp>
      <p:cxnSp>
        <p:nvCxnSpPr>
          <p:cNvPr id="1250" name="Google Shape;1250;p112"/>
          <p:cNvCxnSpPr/>
          <p:nvPr/>
        </p:nvCxnSpPr>
        <p:spPr>
          <a:xfrm rot="10800000">
            <a:off x="1419306" y="1225570"/>
            <a:ext cx="1093173" cy="1085784"/>
          </a:xfrm>
          <a:prstGeom prst="straightConnector1">
            <a:avLst/>
          </a:prstGeom>
          <a:noFill/>
          <a:ln cap="flat" cmpd="sng" w="19050">
            <a:solidFill>
              <a:schemeClr val="lt1"/>
            </a:solidFill>
            <a:prstDash val="solid"/>
            <a:miter lim="800000"/>
            <a:headEnd len="sm" w="sm" type="none"/>
            <a:tailEnd len="med" w="med" type="triangle"/>
          </a:ln>
        </p:spPr>
      </p:cxnSp>
      <p:cxnSp>
        <p:nvCxnSpPr>
          <p:cNvPr id="1251" name="Google Shape;1251;p112"/>
          <p:cNvCxnSpPr/>
          <p:nvPr/>
        </p:nvCxnSpPr>
        <p:spPr>
          <a:xfrm rot="10800000">
            <a:off x="444843" y="1452694"/>
            <a:ext cx="2082331" cy="882860"/>
          </a:xfrm>
          <a:prstGeom prst="straightConnector1">
            <a:avLst/>
          </a:prstGeom>
          <a:noFill/>
          <a:ln cap="flat" cmpd="sng" w="19050">
            <a:solidFill>
              <a:schemeClr val="lt1"/>
            </a:solidFill>
            <a:prstDash val="solid"/>
            <a:miter lim="800000"/>
            <a:headEnd len="sm" w="sm" type="none"/>
            <a:tailEnd len="med" w="med" type="triangle"/>
          </a:ln>
        </p:spPr>
      </p:cxnSp>
      <p:sp>
        <p:nvSpPr>
          <p:cNvPr id="1252" name="Google Shape;1252;p112"/>
          <p:cNvSpPr txBox="1"/>
          <p:nvPr/>
        </p:nvSpPr>
        <p:spPr>
          <a:xfrm>
            <a:off x="2035676" y="797600"/>
            <a:ext cx="5784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lt1"/>
                </a:solidFill>
                <a:latin typeface="Arial"/>
                <a:ea typeface="Arial"/>
                <a:cs typeface="Arial"/>
                <a:sym typeface="Arial"/>
              </a:rPr>
              <a:t>Byte</a:t>
            </a:r>
            <a:endParaRPr sz="1100"/>
          </a:p>
        </p:txBody>
      </p:sp>
      <p:sp>
        <p:nvSpPr>
          <p:cNvPr id="1253" name="Google Shape;1253;p112"/>
          <p:cNvSpPr txBox="1"/>
          <p:nvPr/>
        </p:nvSpPr>
        <p:spPr>
          <a:xfrm>
            <a:off x="939125" y="936075"/>
            <a:ext cx="9963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lt1"/>
                </a:solidFill>
                <a:latin typeface="Arial"/>
                <a:ea typeface="Arial"/>
                <a:cs typeface="Arial"/>
                <a:sym typeface="Arial"/>
              </a:rPr>
              <a:t>Megabyte</a:t>
            </a:r>
            <a:endParaRPr sz="1100"/>
          </a:p>
        </p:txBody>
      </p:sp>
      <p:sp>
        <p:nvSpPr>
          <p:cNvPr id="1254" name="Google Shape;1254;p112"/>
          <p:cNvSpPr txBox="1"/>
          <p:nvPr/>
        </p:nvSpPr>
        <p:spPr>
          <a:xfrm>
            <a:off x="16051" y="1175700"/>
            <a:ext cx="8631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lt1"/>
                </a:solidFill>
                <a:latin typeface="Arial"/>
                <a:ea typeface="Arial"/>
                <a:cs typeface="Arial"/>
                <a:sym typeface="Arial"/>
              </a:rPr>
              <a:t>Terabyte</a:t>
            </a:r>
            <a:endParaRPr sz="1100"/>
          </a:p>
        </p:txBody>
      </p:sp>
      <p:cxnSp>
        <p:nvCxnSpPr>
          <p:cNvPr id="1255" name="Google Shape;1255;p112"/>
          <p:cNvCxnSpPr/>
          <p:nvPr/>
        </p:nvCxnSpPr>
        <p:spPr>
          <a:xfrm flipH="1">
            <a:off x="521992" y="1103065"/>
            <a:ext cx="1663559" cy="394740"/>
          </a:xfrm>
          <a:prstGeom prst="straightConnector1">
            <a:avLst/>
          </a:prstGeom>
          <a:noFill/>
          <a:ln cap="flat" cmpd="sng" w="19050">
            <a:solidFill>
              <a:srgbClr val="43D658"/>
            </a:solidFill>
            <a:prstDash val="solid"/>
            <a:miter lim="800000"/>
            <a:headEnd len="med" w="med" type="triangle"/>
            <a:tailEnd len="med" w="med" type="triangle"/>
          </a:ln>
        </p:spPr>
      </p:cxnSp>
      <p:sp>
        <p:nvSpPr>
          <p:cNvPr id="1256" name="Google Shape;1256;p112"/>
          <p:cNvSpPr txBox="1"/>
          <p:nvPr/>
        </p:nvSpPr>
        <p:spPr>
          <a:xfrm>
            <a:off x="4077729" y="341353"/>
            <a:ext cx="4247317" cy="692497"/>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lt1"/>
                </a:solidFill>
                <a:latin typeface="Arial"/>
                <a:ea typeface="Arial"/>
                <a:cs typeface="Arial"/>
                <a:sym typeface="Arial"/>
              </a:rPr>
              <a:t>Word embeddings can capture semantic relationships, </a:t>
            </a:r>
            <a:endParaRPr sz="1100"/>
          </a:p>
          <a:p>
            <a:pPr indent="0" lvl="0" marL="0" marR="0" rtl="0" algn="l">
              <a:spcBef>
                <a:spcPts val="0"/>
              </a:spcBef>
              <a:spcAft>
                <a:spcPts val="0"/>
              </a:spcAft>
              <a:buNone/>
            </a:pPr>
            <a:r>
              <a:rPr lang="en" sz="1400">
                <a:solidFill>
                  <a:schemeClr val="lt1"/>
                </a:solidFill>
                <a:latin typeface="Arial"/>
                <a:ea typeface="Arial"/>
                <a:cs typeface="Arial"/>
                <a:sym typeface="Arial"/>
              </a:rPr>
              <a:t>such as size (</a:t>
            </a:r>
            <a:r>
              <a:rPr lang="en" sz="1400">
                <a:solidFill>
                  <a:srgbClr val="92D050"/>
                </a:solidFill>
                <a:latin typeface="Arial"/>
                <a:ea typeface="Arial"/>
                <a:cs typeface="Arial"/>
                <a:sym typeface="Arial"/>
              </a:rPr>
              <a:t>green arrow</a:t>
            </a:r>
            <a:r>
              <a:rPr lang="en" sz="1400">
                <a:solidFill>
                  <a:schemeClr val="lt1"/>
                </a:solidFill>
                <a:latin typeface="Arial"/>
                <a:ea typeface="Arial"/>
                <a:cs typeface="Arial"/>
                <a:sym typeface="Arial"/>
              </a:rPr>
              <a:t>) or gender (</a:t>
            </a:r>
            <a:r>
              <a:rPr lang="en" sz="1400">
                <a:solidFill>
                  <a:srgbClr val="FFFF00"/>
                </a:solidFill>
                <a:latin typeface="Arial"/>
                <a:ea typeface="Arial"/>
                <a:cs typeface="Arial"/>
                <a:sym typeface="Arial"/>
              </a:rPr>
              <a:t>yellow</a:t>
            </a:r>
            <a:r>
              <a:rPr lang="en" sz="1400">
                <a:solidFill>
                  <a:schemeClr val="lt1"/>
                </a:solidFill>
                <a:latin typeface="Arial"/>
                <a:ea typeface="Arial"/>
                <a:cs typeface="Arial"/>
                <a:sym typeface="Arial"/>
              </a:rPr>
              <a:t>).</a:t>
            </a:r>
            <a:endParaRPr sz="1100"/>
          </a:p>
          <a:p>
            <a:pPr indent="0" lvl="0" marL="0" marR="0" rtl="0" algn="l">
              <a:spcBef>
                <a:spcPts val="0"/>
              </a:spcBef>
              <a:spcAft>
                <a:spcPts val="0"/>
              </a:spcAft>
              <a:buNone/>
            </a:pPr>
            <a:r>
              <a:t/>
            </a:r>
            <a:endParaRPr sz="1400">
              <a:solidFill>
                <a:schemeClr val="lt1"/>
              </a:solidFill>
              <a:latin typeface="Arial"/>
              <a:ea typeface="Arial"/>
              <a:cs typeface="Arial"/>
              <a:sym typeface="Arial"/>
            </a:endParaRPr>
          </a:p>
        </p:txBody>
      </p:sp>
      <p:pic>
        <p:nvPicPr>
          <p:cNvPr descr="A number of numbers on a black background&#10;&#10;Description automatically generated" id="1257" name="Google Shape;1257;p112"/>
          <p:cNvPicPr preferRelativeResize="0"/>
          <p:nvPr/>
        </p:nvPicPr>
        <p:blipFill rotWithShape="1">
          <a:blip r:embed="rId3">
            <a:alphaModFix/>
          </a:blip>
          <a:srcRect b="0" l="0" r="0" t="0"/>
          <a:stretch/>
        </p:blipFill>
        <p:spPr>
          <a:xfrm>
            <a:off x="4632625" y="1915125"/>
            <a:ext cx="2763365" cy="1645738"/>
          </a:xfrm>
          <a:prstGeom prst="rect">
            <a:avLst/>
          </a:prstGeom>
          <a:noFill/>
          <a:ln>
            <a:noFill/>
          </a:ln>
        </p:spPr>
      </p:pic>
      <p:sp>
        <p:nvSpPr>
          <p:cNvPr id="1258" name="Google Shape;1258;p112"/>
          <p:cNvSpPr txBox="1"/>
          <p:nvPr/>
        </p:nvSpPr>
        <p:spPr>
          <a:xfrm>
            <a:off x="3082776" y="3938720"/>
            <a:ext cx="5567101" cy="692497"/>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lt1"/>
                </a:solidFill>
                <a:latin typeface="Arial"/>
                <a:ea typeface="Arial"/>
                <a:cs typeface="Arial"/>
                <a:sym typeface="Arial"/>
              </a:rPr>
              <a:t>Notably, these learned representations are NOT encoded on a single axis,</a:t>
            </a:r>
            <a:endParaRPr sz="1100"/>
          </a:p>
          <a:p>
            <a:pPr indent="0" lvl="0" marL="0" marR="0" rtl="0" algn="l">
              <a:spcBef>
                <a:spcPts val="0"/>
              </a:spcBef>
              <a:spcAft>
                <a:spcPts val="0"/>
              </a:spcAft>
              <a:buNone/>
            </a:pPr>
            <a:r>
              <a:rPr lang="en" sz="1400">
                <a:solidFill>
                  <a:schemeClr val="lt1"/>
                </a:solidFill>
                <a:latin typeface="Arial"/>
                <a:ea typeface="Arial"/>
                <a:cs typeface="Arial"/>
                <a:sym typeface="Arial"/>
              </a:rPr>
              <a:t> but distributed across many dimensions of the embedding matrix</a:t>
            </a:r>
            <a:endParaRPr sz="1100"/>
          </a:p>
          <a:p>
            <a:pPr indent="0" lvl="0" marL="0" marR="0" rtl="0" algn="l">
              <a:spcBef>
                <a:spcPts val="0"/>
              </a:spcBef>
              <a:spcAft>
                <a:spcPts val="0"/>
              </a:spcAft>
              <a:buNone/>
            </a:pPr>
            <a:r>
              <a:t/>
            </a:r>
            <a:endParaRPr sz="1400">
              <a:solidFill>
                <a:schemeClr val="lt1"/>
              </a:solidFill>
              <a:latin typeface="Arial"/>
              <a:ea typeface="Arial"/>
              <a:cs typeface="Arial"/>
              <a:sym typeface="Arial"/>
            </a:endParaRPr>
          </a:p>
        </p:txBody>
      </p:sp>
      <p:sp>
        <p:nvSpPr>
          <p:cNvPr id="1259" name="Google Shape;1259;p112"/>
          <p:cNvSpPr txBox="1"/>
          <p:nvPr/>
        </p:nvSpPr>
        <p:spPr>
          <a:xfrm>
            <a:off x="7884726" y="2461000"/>
            <a:ext cx="8631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rgbClr val="FFFF00"/>
                </a:solidFill>
                <a:latin typeface="Arial"/>
                <a:ea typeface="Arial"/>
                <a:cs typeface="Arial"/>
                <a:sym typeface="Arial"/>
              </a:rPr>
              <a:t>gender</a:t>
            </a:r>
            <a:endParaRPr sz="1100"/>
          </a:p>
        </p:txBody>
      </p:sp>
      <p:cxnSp>
        <p:nvCxnSpPr>
          <p:cNvPr id="1260" name="Google Shape;1260;p112"/>
          <p:cNvCxnSpPr>
            <a:stCxn id="1259" idx="1"/>
          </p:cNvCxnSpPr>
          <p:nvPr/>
        </p:nvCxnSpPr>
        <p:spPr>
          <a:xfrm rot="10800000">
            <a:off x="7330926" y="2326750"/>
            <a:ext cx="553800" cy="276600"/>
          </a:xfrm>
          <a:prstGeom prst="straightConnector1">
            <a:avLst/>
          </a:prstGeom>
          <a:noFill/>
          <a:ln cap="flat" cmpd="sng" w="19050">
            <a:solidFill>
              <a:srgbClr val="FFFF00"/>
            </a:solidFill>
            <a:prstDash val="solid"/>
            <a:miter lim="800000"/>
            <a:headEnd len="sm" w="sm" type="none"/>
            <a:tailEnd len="med" w="med" type="triangle"/>
          </a:ln>
        </p:spPr>
      </p:cxnSp>
      <p:cxnSp>
        <p:nvCxnSpPr>
          <p:cNvPr id="1261" name="Google Shape;1261;p112"/>
          <p:cNvCxnSpPr>
            <a:stCxn id="1259" idx="1"/>
          </p:cNvCxnSpPr>
          <p:nvPr/>
        </p:nvCxnSpPr>
        <p:spPr>
          <a:xfrm flipH="1">
            <a:off x="7316826" y="2603350"/>
            <a:ext cx="567900" cy="138300"/>
          </a:xfrm>
          <a:prstGeom prst="straightConnector1">
            <a:avLst/>
          </a:prstGeom>
          <a:noFill/>
          <a:ln cap="flat" cmpd="sng" w="19050">
            <a:solidFill>
              <a:srgbClr val="FFFF00"/>
            </a:solidFill>
            <a:prstDash val="solid"/>
            <a:miter lim="800000"/>
            <a:headEnd len="sm" w="sm" type="none"/>
            <a:tailEnd len="med" w="med" type="triangle"/>
          </a:ln>
        </p:spPr>
      </p:cxnSp>
      <p:cxnSp>
        <p:nvCxnSpPr>
          <p:cNvPr id="1262" name="Google Shape;1262;p112"/>
          <p:cNvCxnSpPr>
            <a:stCxn id="1259" idx="1"/>
          </p:cNvCxnSpPr>
          <p:nvPr/>
        </p:nvCxnSpPr>
        <p:spPr>
          <a:xfrm flipH="1">
            <a:off x="7342026" y="2603350"/>
            <a:ext cx="542700" cy="414900"/>
          </a:xfrm>
          <a:prstGeom prst="straightConnector1">
            <a:avLst/>
          </a:prstGeom>
          <a:noFill/>
          <a:ln cap="flat" cmpd="sng" w="19050">
            <a:solidFill>
              <a:srgbClr val="FFFF00"/>
            </a:solidFill>
            <a:prstDash val="solid"/>
            <a:miter lim="800000"/>
            <a:headEnd len="sm" w="sm" type="none"/>
            <a:tailEnd len="med" w="med" type="triangle"/>
          </a:ln>
        </p:spPr>
      </p:cxnSp>
      <p:sp>
        <p:nvSpPr>
          <p:cNvPr id="1263" name="Google Shape;1263;p112"/>
          <p:cNvSpPr txBox="1"/>
          <p:nvPr/>
        </p:nvSpPr>
        <p:spPr>
          <a:xfrm>
            <a:off x="7897001" y="2908200"/>
            <a:ext cx="5538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rgbClr val="92D050"/>
                </a:solidFill>
                <a:latin typeface="Arial"/>
                <a:ea typeface="Arial"/>
                <a:cs typeface="Arial"/>
                <a:sym typeface="Arial"/>
              </a:rPr>
              <a:t>size</a:t>
            </a:r>
            <a:endParaRPr sz="1100"/>
          </a:p>
        </p:txBody>
      </p:sp>
      <p:cxnSp>
        <p:nvCxnSpPr>
          <p:cNvPr id="1264" name="Google Shape;1264;p112"/>
          <p:cNvCxnSpPr>
            <a:stCxn id="1263" idx="1"/>
          </p:cNvCxnSpPr>
          <p:nvPr/>
        </p:nvCxnSpPr>
        <p:spPr>
          <a:xfrm rot="10800000">
            <a:off x="7329101" y="2350350"/>
            <a:ext cx="567900" cy="700200"/>
          </a:xfrm>
          <a:prstGeom prst="straightConnector1">
            <a:avLst/>
          </a:prstGeom>
          <a:noFill/>
          <a:ln cap="flat" cmpd="sng" w="19050">
            <a:solidFill>
              <a:srgbClr val="92D050"/>
            </a:solidFill>
            <a:prstDash val="solid"/>
            <a:miter lim="800000"/>
            <a:headEnd len="sm" w="sm" type="none"/>
            <a:tailEnd len="med" w="med" type="triangle"/>
          </a:ln>
        </p:spPr>
      </p:cxnSp>
      <p:cxnSp>
        <p:nvCxnSpPr>
          <p:cNvPr id="1265" name="Google Shape;1265;p112"/>
          <p:cNvCxnSpPr>
            <a:stCxn id="1263" idx="1"/>
          </p:cNvCxnSpPr>
          <p:nvPr/>
        </p:nvCxnSpPr>
        <p:spPr>
          <a:xfrm flipH="1">
            <a:off x="7316801" y="3050550"/>
            <a:ext cx="580200" cy="276600"/>
          </a:xfrm>
          <a:prstGeom prst="straightConnector1">
            <a:avLst/>
          </a:prstGeom>
          <a:noFill/>
          <a:ln cap="flat" cmpd="sng" w="19050">
            <a:solidFill>
              <a:srgbClr val="92D050"/>
            </a:solidFill>
            <a:prstDash val="solid"/>
            <a:miter lim="800000"/>
            <a:headEnd len="sm" w="sm" type="none"/>
            <a:tailEnd len="med" w="med" type="triangle"/>
          </a:ln>
        </p:spPr>
      </p:cxnSp>
      <p:sp>
        <p:nvSpPr>
          <p:cNvPr id="1266" name="Google Shape;1266;p112"/>
          <p:cNvSpPr txBox="1"/>
          <p:nvPr>
            <p:ph idx="12" type="sldNum"/>
          </p:nvPr>
        </p:nvSpPr>
        <p:spPr>
          <a:xfrm>
            <a:off x="6924525" y="4789488"/>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
                <a:solidFill>
                  <a:schemeClr val="lt1"/>
                </a:solidFill>
                <a:latin typeface="DM Sans"/>
                <a:ea typeface="DM Sans"/>
                <a:cs typeface="DM Sans"/>
                <a:sym typeface="DM Sans"/>
              </a:rPr>
              <a:t>‹#›</a:t>
            </a:fld>
            <a:endParaRPr>
              <a:solidFill>
                <a:schemeClr val="lt1"/>
              </a:solidFill>
              <a:latin typeface="DM Sans"/>
              <a:ea typeface="DM Sans"/>
              <a:cs typeface="DM Sans"/>
              <a:sym typeface="DM San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70" name="Shape 1270"/>
        <p:cNvGrpSpPr/>
        <p:nvPr/>
      </p:nvGrpSpPr>
      <p:grpSpPr>
        <a:xfrm>
          <a:off x="0" y="0"/>
          <a:ext cx="0" cy="0"/>
          <a:chOff x="0" y="0"/>
          <a:chExt cx="0" cy="0"/>
        </a:xfrm>
      </p:grpSpPr>
      <p:pic>
        <p:nvPicPr>
          <p:cNvPr descr="A blue spiraled object with purple and pink ribbons&#10;&#10;Description automatically generated with medium confidence" id="1271" name="Google Shape;1271;p113"/>
          <p:cNvPicPr preferRelativeResize="0"/>
          <p:nvPr/>
        </p:nvPicPr>
        <p:blipFill rotWithShape="1">
          <a:blip r:embed="rId3">
            <a:alphaModFix/>
          </a:blip>
          <a:srcRect b="0" l="10463" r="0" t="19250"/>
          <a:stretch/>
        </p:blipFill>
        <p:spPr>
          <a:xfrm>
            <a:off x="3887150" y="1812869"/>
            <a:ext cx="588857" cy="417270"/>
          </a:xfrm>
          <a:prstGeom prst="rect">
            <a:avLst/>
          </a:prstGeom>
          <a:noFill/>
          <a:ln>
            <a:noFill/>
          </a:ln>
        </p:spPr>
      </p:pic>
      <p:pic>
        <p:nvPicPr>
          <p:cNvPr descr="A blue and purple structure&#10;&#10;Description automatically generated" id="1272" name="Google Shape;1272;p113"/>
          <p:cNvPicPr preferRelativeResize="0"/>
          <p:nvPr/>
        </p:nvPicPr>
        <p:blipFill rotWithShape="1">
          <a:blip r:embed="rId4">
            <a:alphaModFix/>
          </a:blip>
          <a:srcRect b="0" l="0" r="0" t="0"/>
          <a:stretch/>
        </p:blipFill>
        <p:spPr>
          <a:xfrm>
            <a:off x="4029956" y="1234603"/>
            <a:ext cx="646011" cy="546988"/>
          </a:xfrm>
          <a:prstGeom prst="rect">
            <a:avLst/>
          </a:prstGeom>
          <a:noFill/>
          <a:ln>
            <a:noFill/>
          </a:ln>
        </p:spPr>
      </p:pic>
      <p:pic>
        <p:nvPicPr>
          <p:cNvPr descr="A blue and black striped object&#10;&#10;Description automatically generated" id="1273" name="Google Shape;1273;p113"/>
          <p:cNvPicPr preferRelativeResize="0"/>
          <p:nvPr/>
        </p:nvPicPr>
        <p:blipFill rotWithShape="1">
          <a:blip r:embed="rId5">
            <a:alphaModFix/>
          </a:blip>
          <a:srcRect b="20481" l="10204" r="9401" t="0"/>
          <a:stretch/>
        </p:blipFill>
        <p:spPr>
          <a:xfrm>
            <a:off x="1454870" y="784428"/>
            <a:ext cx="781068" cy="484748"/>
          </a:xfrm>
          <a:prstGeom prst="rect">
            <a:avLst/>
          </a:prstGeom>
          <a:noFill/>
          <a:ln>
            <a:noFill/>
          </a:ln>
        </p:spPr>
      </p:pic>
      <p:pic>
        <p:nvPicPr>
          <p:cNvPr descr="A purple and black striped animal&#10;&#10;Description automatically generated" id="1274" name="Google Shape;1274;p113"/>
          <p:cNvPicPr preferRelativeResize="0"/>
          <p:nvPr/>
        </p:nvPicPr>
        <p:blipFill rotWithShape="1">
          <a:blip r:embed="rId6">
            <a:alphaModFix/>
          </a:blip>
          <a:srcRect b="15443" l="17057" r="12857" t="18723"/>
          <a:stretch/>
        </p:blipFill>
        <p:spPr>
          <a:xfrm>
            <a:off x="755998" y="1163274"/>
            <a:ext cx="781068" cy="438941"/>
          </a:xfrm>
          <a:prstGeom prst="rect">
            <a:avLst/>
          </a:prstGeom>
          <a:noFill/>
          <a:ln>
            <a:noFill/>
          </a:ln>
        </p:spPr>
      </p:pic>
      <p:pic>
        <p:nvPicPr>
          <p:cNvPr descr="A blue and green spiral object&#10;&#10;Description automatically generated with medium confidence" id="1275" name="Google Shape;1275;p113"/>
          <p:cNvPicPr preferRelativeResize="0"/>
          <p:nvPr/>
        </p:nvPicPr>
        <p:blipFill rotWithShape="1">
          <a:blip r:embed="rId7">
            <a:alphaModFix/>
          </a:blip>
          <a:srcRect b="0" l="0" r="15908" t="27083"/>
          <a:stretch/>
        </p:blipFill>
        <p:spPr>
          <a:xfrm>
            <a:off x="135457" y="1485182"/>
            <a:ext cx="807723" cy="490998"/>
          </a:xfrm>
          <a:prstGeom prst="rect">
            <a:avLst/>
          </a:prstGeom>
          <a:noFill/>
          <a:ln>
            <a:noFill/>
          </a:ln>
        </p:spPr>
      </p:pic>
      <p:cxnSp>
        <p:nvCxnSpPr>
          <p:cNvPr id="1276" name="Google Shape;1276;p113"/>
          <p:cNvCxnSpPr/>
          <p:nvPr/>
        </p:nvCxnSpPr>
        <p:spPr>
          <a:xfrm>
            <a:off x="2590169" y="721878"/>
            <a:ext cx="0" cy="2622448"/>
          </a:xfrm>
          <a:prstGeom prst="straightConnector1">
            <a:avLst/>
          </a:prstGeom>
          <a:noFill/>
          <a:ln cap="flat" cmpd="sng" w="38100">
            <a:solidFill>
              <a:schemeClr val="accent1"/>
            </a:solidFill>
            <a:prstDash val="solid"/>
            <a:miter lim="800000"/>
            <a:headEnd len="med" w="med" type="triangle"/>
            <a:tailEnd len="med" w="med" type="triangle"/>
          </a:ln>
        </p:spPr>
      </p:cxnSp>
      <p:cxnSp>
        <p:nvCxnSpPr>
          <p:cNvPr id="1277" name="Google Shape;1277;p113"/>
          <p:cNvCxnSpPr/>
          <p:nvPr/>
        </p:nvCxnSpPr>
        <p:spPr>
          <a:xfrm flipH="1">
            <a:off x="1692370" y="1568316"/>
            <a:ext cx="1875911" cy="1912208"/>
          </a:xfrm>
          <a:prstGeom prst="straightConnector1">
            <a:avLst/>
          </a:prstGeom>
          <a:noFill/>
          <a:ln cap="flat" cmpd="sng" w="38100">
            <a:solidFill>
              <a:schemeClr val="accent1"/>
            </a:solidFill>
            <a:prstDash val="solid"/>
            <a:miter lim="800000"/>
            <a:headEnd len="med" w="med" type="triangle"/>
            <a:tailEnd len="med" w="med" type="triangle"/>
          </a:ln>
        </p:spPr>
      </p:cxnSp>
      <p:cxnSp>
        <p:nvCxnSpPr>
          <p:cNvPr id="1278" name="Google Shape;1278;p113"/>
          <p:cNvCxnSpPr/>
          <p:nvPr/>
        </p:nvCxnSpPr>
        <p:spPr>
          <a:xfrm rot="10800000">
            <a:off x="795164" y="2526112"/>
            <a:ext cx="3947986" cy="0"/>
          </a:xfrm>
          <a:prstGeom prst="straightConnector1">
            <a:avLst/>
          </a:prstGeom>
          <a:noFill/>
          <a:ln cap="flat" cmpd="sng" w="38100">
            <a:solidFill>
              <a:schemeClr val="accent1"/>
            </a:solidFill>
            <a:prstDash val="solid"/>
            <a:miter lim="800000"/>
            <a:headEnd len="med" w="med" type="triangle"/>
            <a:tailEnd len="med" w="med" type="triangle"/>
          </a:ln>
        </p:spPr>
      </p:cxnSp>
      <p:cxnSp>
        <p:nvCxnSpPr>
          <p:cNvPr id="1279" name="Google Shape;1279;p113"/>
          <p:cNvCxnSpPr/>
          <p:nvPr/>
        </p:nvCxnSpPr>
        <p:spPr>
          <a:xfrm flipH="1" rot="10800000">
            <a:off x="2600592" y="1891133"/>
            <a:ext cx="1304120" cy="661090"/>
          </a:xfrm>
          <a:prstGeom prst="straightConnector1">
            <a:avLst/>
          </a:prstGeom>
          <a:noFill/>
          <a:ln cap="flat" cmpd="sng" w="19050">
            <a:solidFill>
              <a:schemeClr val="lt1"/>
            </a:solidFill>
            <a:prstDash val="solid"/>
            <a:miter lim="800000"/>
            <a:headEnd len="sm" w="sm" type="none"/>
            <a:tailEnd len="med" w="med" type="triangle"/>
          </a:ln>
        </p:spPr>
      </p:cxnSp>
      <p:cxnSp>
        <p:nvCxnSpPr>
          <p:cNvPr id="1280" name="Google Shape;1280;p113"/>
          <p:cNvCxnSpPr/>
          <p:nvPr/>
        </p:nvCxnSpPr>
        <p:spPr>
          <a:xfrm flipH="1" rot="10800000">
            <a:off x="2590356" y="1568316"/>
            <a:ext cx="1575300" cy="983907"/>
          </a:xfrm>
          <a:prstGeom prst="straightConnector1">
            <a:avLst/>
          </a:prstGeom>
          <a:noFill/>
          <a:ln cap="flat" cmpd="sng" w="19050">
            <a:solidFill>
              <a:schemeClr val="lt1"/>
            </a:solidFill>
            <a:prstDash val="solid"/>
            <a:miter lim="800000"/>
            <a:headEnd len="sm" w="sm" type="none"/>
            <a:tailEnd len="med" w="med" type="triangle"/>
          </a:ln>
        </p:spPr>
      </p:cxnSp>
      <p:cxnSp>
        <p:nvCxnSpPr>
          <p:cNvPr id="1281" name="Google Shape;1281;p113"/>
          <p:cNvCxnSpPr/>
          <p:nvPr/>
        </p:nvCxnSpPr>
        <p:spPr>
          <a:xfrm rot="10800000">
            <a:off x="1654675" y="1184983"/>
            <a:ext cx="940988" cy="1354756"/>
          </a:xfrm>
          <a:prstGeom prst="straightConnector1">
            <a:avLst/>
          </a:prstGeom>
          <a:noFill/>
          <a:ln cap="flat" cmpd="sng" w="19050">
            <a:solidFill>
              <a:schemeClr val="lt1"/>
            </a:solidFill>
            <a:prstDash val="solid"/>
            <a:miter lim="800000"/>
            <a:headEnd len="sm" w="sm" type="none"/>
            <a:tailEnd len="med" w="med" type="triangle"/>
          </a:ln>
        </p:spPr>
      </p:cxnSp>
      <p:cxnSp>
        <p:nvCxnSpPr>
          <p:cNvPr id="1282" name="Google Shape;1282;p113"/>
          <p:cNvCxnSpPr/>
          <p:nvPr/>
        </p:nvCxnSpPr>
        <p:spPr>
          <a:xfrm rot="10800000">
            <a:off x="1220719" y="1483718"/>
            <a:ext cx="1379686" cy="1056790"/>
          </a:xfrm>
          <a:prstGeom prst="straightConnector1">
            <a:avLst/>
          </a:prstGeom>
          <a:noFill/>
          <a:ln cap="flat" cmpd="sng" w="19050">
            <a:solidFill>
              <a:schemeClr val="lt1"/>
            </a:solidFill>
            <a:prstDash val="solid"/>
            <a:miter lim="800000"/>
            <a:headEnd len="sm" w="sm" type="none"/>
            <a:tailEnd len="med" w="med" type="triangle"/>
          </a:ln>
        </p:spPr>
      </p:cxnSp>
      <p:cxnSp>
        <p:nvCxnSpPr>
          <p:cNvPr id="1283" name="Google Shape;1283;p113"/>
          <p:cNvCxnSpPr/>
          <p:nvPr/>
        </p:nvCxnSpPr>
        <p:spPr>
          <a:xfrm rot="10800000">
            <a:off x="532769" y="1681847"/>
            <a:ext cx="2082331" cy="882860"/>
          </a:xfrm>
          <a:prstGeom prst="straightConnector1">
            <a:avLst/>
          </a:prstGeom>
          <a:noFill/>
          <a:ln cap="flat" cmpd="sng" w="19050">
            <a:solidFill>
              <a:schemeClr val="lt1"/>
            </a:solidFill>
            <a:prstDash val="solid"/>
            <a:miter lim="800000"/>
            <a:headEnd len="sm" w="sm" type="none"/>
            <a:tailEnd len="med" w="med" type="triangle"/>
          </a:ln>
        </p:spPr>
      </p:cxnSp>
      <p:sp>
        <p:nvSpPr>
          <p:cNvPr id="1284" name="Google Shape;1284;p113"/>
          <p:cNvSpPr txBox="1"/>
          <p:nvPr/>
        </p:nvSpPr>
        <p:spPr>
          <a:xfrm>
            <a:off x="426550" y="270644"/>
            <a:ext cx="7377596" cy="71558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2100">
                <a:solidFill>
                  <a:schemeClr val="lt1"/>
                </a:solidFill>
                <a:latin typeface="Arial"/>
                <a:ea typeface="Arial"/>
                <a:cs typeface="Arial"/>
                <a:sym typeface="Arial"/>
              </a:rPr>
              <a:t>Similarly, protein language models can capture latent features:</a:t>
            </a:r>
            <a:endParaRPr sz="1100"/>
          </a:p>
          <a:p>
            <a:pPr indent="0" lvl="0" marL="0" marR="0" rtl="0" algn="l">
              <a:spcBef>
                <a:spcPts val="0"/>
              </a:spcBef>
              <a:spcAft>
                <a:spcPts val="0"/>
              </a:spcAft>
              <a:buNone/>
            </a:pPr>
            <a:r>
              <a:t/>
            </a:r>
            <a:endParaRPr sz="2100">
              <a:solidFill>
                <a:schemeClr val="lt1"/>
              </a:solidFill>
              <a:latin typeface="Arial"/>
              <a:ea typeface="Arial"/>
              <a:cs typeface="Arial"/>
              <a:sym typeface="Arial"/>
            </a:endParaRPr>
          </a:p>
        </p:txBody>
      </p:sp>
      <p:pic>
        <p:nvPicPr>
          <p:cNvPr descr="A number of numbers on a black background&#10;&#10;Description automatically generated" id="1285" name="Google Shape;1285;p113"/>
          <p:cNvPicPr preferRelativeResize="0"/>
          <p:nvPr/>
        </p:nvPicPr>
        <p:blipFill rotWithShape="1">
          <a:blip r:embed="rId8">
            <a:alphaModFix/>
          </a:blip>
          <a:srcRect b="0" l="0" r="0" t="0"/>
          <a:stretch/>
        </p:blipFill>
        <p:spPr>
          <a:xfrm>
            <a:off x="3263573" y="3161091"/>
            <a:ext cx="2763365" cy="1645738"/>
          </a:xfrm>
          <a:prstGeom prst="rect">
            <a:avLst/>
          </a:prstGeom>
          <a:noFill/>
          <a:ln>
            <a:noFill/>
          </a:ln>
        </p:spPr>
      </p:pic>
      <p:sp>
        <p:nvSpPr>
          <p:cNvPr id="1286" name="Google Shape;1286;p113"/>
          <p:cNvSpPr txBox="1"/>
          <p:nvPr/>
        </p:nvSpPr>
        <p:spPr>
          <a:xfrm>
            <a:off x="6641343" y="3489950"/>
            <a:ext cx="1373068"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rgbClr val="FFFF00"/>
                </a:solidFill>
                <a:latin typeface="Arial"/>
                <a:ea typeface="Arial"/>
                <a:cs typeface="Arial"/>
                <a:sym typeface="Arial"/>
              </a:rPr>
              <a:t>Cellular location</a:t>
            </a:r>
            <a:endParaRPr sz="1100"/>
          </a:p>
        </p:txBody>
      </p:sp>
      <p:cxnSp>
        <p:nvCxnSpPr>
          <p:cNvPr id="1287" name="Google Shape;1287;p113"/>
          <p:cNvCxnSpPr>
            <a:stCxn id="1286" idx="1"/>
          </p:cNvCxnSpPr>
          <p:nvPr/>
        </p:nvCxnSpPr>
        <p:spPr>
          <a:xfrm rot="10800000">
            <a:off x="6021843" y="3430749"/>
            <a:ext cx="619500" cy="197700"/>
          </a:xfrm>
          <a:prstGeom prst="straightConnector1">
            <a:avLst/>
          </a:prstGeom>
          <a:noFill/>
          <a:ln cap="flat" cmpd="sng" w="19050">
            <a:solidFill>
              <a:srgbClr val="FFFF00"/>
            </a:solidFill>
            <a:prstDash val="solid"/>
            <a:miter lim="800000"/>
            <a:headEnd len="sm" w="sm" type="none"/>
            <a:tailEnd len="med" w="med" type="triangle"/>
          </a:ln>
        </p:spPr>
      </p:cxnSp>
      <p:cxnSp>
        <p:nvCxnSpPr>
          <p:cNvPr id="1288" name="Google Shape;1288;p113"/>
          <p:cNvCxnSpPr/>
          <p:nvPr/>
        </p:nvCxnSpPr>
        <p:spPr>
          <a:xfrm flipH="1">
            <a:off x="6017738" y="3632162"/>
            <a:ext cx="619643" cy="887984"/>
          </a:xfrm>
          <a:prstGeom prst="straightConnector1">
            <a:avLst/>
          </a:prstGeom>
          <a:noFill/>
          <a:ln cap="flat" cmpd="sng" w="19050">
            <a:solidFill>
              <a:srgbClr val="FFFF00"/>
            </a:solidFill>
            <a:prstDash val="solid"/>
            <a:miter lim="800000"/>
            <a:headEnd len="sm" w="sm" type="none"/>
            <a:tailEnd len="med" w="med" type="triangle"/>
          </a:ln>
        </p:spPr>
      </p:cxnSp>
      <p:cxnSp>
        <p:nvCxnSpPr>
          <p:cNvPr id="1289" name="Google Shape;1289;p113"/>
          <p:cNvCxnSpPr>
            <a:endCxn id="1285" idx="3"/>
          </p:cNvCxnSpPr>
          <p:nvPr/>
        </p:nvCxnSpPr>
        <p:spPr>
          <a:xfrm flipH="1">
            <a:off x="6026938" y="3629060"/>
            <a:ext cx="610500" cy="354900"/>
          </a:xfrm>
          <a:prstGeom prst="straightConnector1">
            <a:avLst/>
          </a:prstGeom>
          <a:noFill/>
          <a:ln cap="flat" cmpd="sng" w="19050">
            <a:solidFill>
              <a:srgbClr val="FFFF00"/>
            </a:solidFill>
            <a:prstDash val="solid"/>
            <a:miter lim="800000"/>
            <a:headEnd len="sm" w="sm" type="none"/>
            <a:tailEnd len="med" w="med" type="triangle"/>
          </a:ln>
        </p:spPr>
      </p:cxnSp>
      <p:sp>
        <p:nvSpPr>
          <p:cNvPr id="1290" name="Google Shape;1290;p113"/>
          <p:cNvSpPr txBox="1"/>
          <p:nvPr/>
        </p:nvSpPr>
        <p:spPr>
          <a:xfrm>
            <a:off x="6617187" y="4164635"/>
            <a:ext cx="1530275"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rgbClr val="E59DDC"/>
                </a:solidFill>
                <a:latin typeface="Arial"/>
                <a:ea typeface="Arial"/>
                <a:cs typeface="Arial"/>
                <a:sym typeface="Arial"/>
              </a:rPr>
              <a:t>Structural features</a:t>
            </a:r>
            <a:endParaRPr sz="1100"/>
          </a:p>
        </p:txBody>
      </p:sp>
      <p:cxnSp>
        <p:nvCxnSpPr>
          <p:cNvPr id="1291" name="Google Shape;1291;p113"/>
          <p:cNvCxnSpPr>
            <a:stCxn id="1290" idx="1"/>
          </p:cNvCxnSpPr>
          <p:nvPr/>
        </p:nvCxnSpPr>
        <p:spPr>
          <a:xfrm rot="10800000">
            <a:off x="6027087" y="3609234"/>
            <a:ext cx="590100" cy="693900"/>
          </a:xfrm>
          <a:prstGeom prst="straightConnector1">
            <a:avLst/>
          </a:prstGeom>
          <a:noFill/>
          <a:ln cap="flat" cmpd="sng" w="19050">
            <a:solidFill>
              <a:srgbClr val="E59DDC"/>
            </a:solidFill>
            <a:prstDash val="solid"/>
            <a:miter lim="800000"/>
            <a:headEnd len="sm" w="sm" type="none"/>
            <a:tailEnd len="med" w="med" type="triangle"/>
          </a:ln>
        </p:spPr>
      </p:cxnSp>
      <p:cxnSp>
        <p:nvCxnSpPr>
          <p:cNvPr id="1292" name="Google Shape;1292;p113"/>
          <p:cNvCxnSpPr>
            <a:stCxn id="1290" idx="1"/>
          </p:cNvCxnSpPr>
          <p:nvPr/>
        </p:nvCxnSpPr>
        <p:spPr>
          <a:xfrm rot="10800000">
            <a:off x="5993487" y="4238034"/>
            <a:ext cx="623700" cy="65100"/>
          </a:xfrm>
          <a:prstGeom prst="straightConnector1">
            <a:avLst/>
          </a:prstGeom>
          <a:noFill/>
          <a:ln cap="flat" cmpd="sng" w="19050">
            <a:solidFill>
              <a:srgbClr val="E59DDC"/>
            </a:solidFill>
            <a:prstDash val="solid"/>
            <a:miter lim="800000"/>
            <a:headEnd len="sm" w="sm" type="none"/>
            <a:tailEnd len="med" w="med" type="triangle"/>
          </a:ln>
        </p:spPr>
      </p:cxnSp>
      <p:cxnSp>
        <p:nvCxnSpPr>
          <p:cNvPr id="1293" name="Google Shape;1293;p113"/>
          <p:cNvCxnSpPr/>
          <p:nvPr/>
        </p:nvCxnSpPr>
        <p:spPr>
          <a:xfrm rot="10800000">
            <a:off x="1631130" y="1483718"/>
            <a:ext cx="2558525" cy="262776"/>
          </a:xfrm>
          <a:prstGeom prst="straightConnector1">
            <a:avLst/>
          </a:prstGeom>
          <a:noFill/>
          <a:ln cap="flat" cmpd="sng" w="19050">
            <a:solidFill>
              <a:srgbClr val="E59DDC"/>
            </a:solidFill>
            <a:prstDash val="solid"/>
            <a:miter lim="800000"/>
            <a:headEnd len="med" w="med" type="triangle"/>
            <a:tailEnd len="med" w="med" type="triangle"/>
          </a:ln>
        </p:spPr>
      </p:cxnSp>
      <p:sp>
        <p:nvSpPr>
          <p:cNvPr id="1294" name="Google Shape;1294;p113"/>
          <p:cNvSpPr txBox="1"/>
          <p:nvPr/>
        </p:nvSpPr>
        <p:spPr>
          <a:xfrm>
            <a:off x="3525662" y="2935904"/>
            <a:ext cx="2309767"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lt1"/>
                </a:solidFill>
                <a:latin typeface="Arial"/>
                <a:ea typeface="Arial"/>
                <a:cs typeface="Arial"/>
                <a:sym typeface="Arial"/>
              </a:rPr>
              <a:t>M   W   G   Q   R   A</a:t>
            </a:r>
            <a:endParaRPr sz="1100"/>
          </a:p>
        </p:txBody>
      </p:sp>
      <p:sp>
        <p:nvSpPr>
          <p:cNvPr id="1295" name="Google Shape;1295;p113"/>
          <p:cNvSpPr txBox="1"/>
          <p:nvPr/>
        </p:nvSpPr>
        <p:spPr>
          <a:xfrm>
            <a:off x="1537066" y="3995645"/>
            <a:ext cx="1792798" cy="484748"/>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lt1"/>
                </a:solidFill>
                <a:latin typeface="Arial"/>
                <a:ea typeface="Arial"/>
                <a:cs typeface="Arial"/>
                <a:sym typeface="Arial"/>
              </a:rPr>
              <a:t>Size of tensor :</a:t>
            </a:r>
            <a:endParaRPr sz="1100"/>
          </a:p>
          <a:p>
            <a:pPr indent="0" lvl="0" marL="0" marR="0" rtl="0" algn="l">
              <a:spcBef>
                <a:spcPts val="0"/>
              </a:spcBef>
              <a:spcAft>
                <a:spcPts val="0"/>
              </a:spcAft>
              <a:buNone/>
            </a:pPr>
            <a:r>
              <a:rPr lang="en" sz="1400">
                <a:solidFill>
                  <a:schemeClr val="lt1"/>
                </a:solidFill>
                <a:latin typeface="Arial"/>
                <a:ea typeface="Arial"/>
                <a:cs typeface="Arial"/>
                <a:sym typeface="Arial"/>
              </a:rPr>
              <a:t>N X Len X 1280</a:t>
            </a:r>
            <a:endParaRPr sz="1100"/>
          </a:p>
        </p:txBody>
      </p:sp>
      <p:sp>
        <p:nvSpPr>
          <p:cNvPr id="1296" name="Google Shape;1296;p113"/>
          <p:cNvSpPr txBox="1"/>
          <p:nvPr>
            <p:ph idx="12" type="sldNum"/>
          </p:nvPr>
        </p:nvSpPr>
        <p:spPr>
          <a:xfrm>
            <a:off x="6991175" y="4806813"/>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
                <a:solidFill>
                  <a:schemeClr val="lt1"/>
                </a:solidFill>
                <a:latin typeface="DM Sans"/>
                <a:ea typeface="DM Sans"/>
                <a:cs typeface="DM Sans"/>
                <a:sym typeface="DM Sans"/>
              </a:rPr>
              <a:t>‹#›</a:t>
            </a:fld>
            <a:endParaRPr>
              <a:solidFill>
                <a:schemeClr val="lt1"/>
              </a:solidFill>
              <a:latin typeface="DM Sans"/>
              <a:ea typeface="DM Sans"/>
              <a:cs typeface="DM Sans"/>
              <a:sym typeface="DM Sans"/>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00" name="Shape 1300"/>
        <p:cNvGrpSpPr/>
        <p:nvPr/>
      </p:nvGrpSpPr>
      <p:grpSpPr>
        <a:xfrm>
          <a:off x="0" y="0"/>
          <a:ext cx="0" cy="0"/>
          <a:chOff x="0" y="0"/>
          <a:chExt cx="0" cy="0"/>
        </a:xfrm>
      </p:grpSpPr>
      <p:pic>
        <p:nvPicPr>
          <p:cNvPr descr="A number of numbers on a black background&#10;&#10;Description automatically generated" id="1301" name="Google Shape;1301;p114"/>
          <p:cNvPicPr preferRelativeResize="0"/>
          <p:nvPr/>
        </p:nvPicPr>
        <p:blipFill rotWithShape="1">
          <a:blip r:embed="rId3">
            <a:alphaModFix/>
          </a:blip>
          <a:srcRect b="0" l="0" r="0" t="0"/>
          <a:stretch/>
        </p:blipFill>
        <p:spPr>
          <a:xfrm>
            <a:off x="512078" y="1160401"/>
            <a:ext cx="2409888" cy="1435222"/>
          </a:xfrm>
          <a:prstGeom prst="rect">
            <a:avLst/>
          </a:prstGeom>
          <a:noFill/>
          <a:ln>
            <a:noFill/>
          </a:ln>
        </p:spPr>
      </p:pic>
      <p:sp>
        <p:nvSpPr>
          <p:cNvPr id="1302" name="Google Shape;1302;p114"/>
          <p:cNvSpPr txBox="1"/>
          <p:nvPr/>
        </p:nvSpPr>
        <p:spPr>
          <a:xfrm rot="-2036834">
            <a:off x="523064" y="761429"/>
            <a:ext cx="1279124" cy="20768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900">
                <a:solidFill>
                  <a:schemeClr val="lt1"/>
                </a:solidFill>
                <a:latin typeface="Arial"/>
                <a:ea typeface="Arial"/>
                <a:cs typeface="Arial"/>
                <a:sym typeface="Arial"/>
              </a:rPr>
              <a:t>MLEQPYVFIKRSD</a:t>
            </a:r>
            <a:endParaRPr sz="1400">
              <a:solidFill>
                <a:schemeClr val="lt1"/>
              </a:solidFill>
              <a:latin typeface="Arial"/>
              <a:ea typeface="Arial"/>
              <a:cs typeface="Arial"/>
              <a:sym typeface="Arial"/>
            </a:endParaRPr>
          </a:p>
        </p:txBody>
      </p:sp>
      <p:sp>
        <p:nvSpPr>
          <p:cNvPr id="1303" name="Google Shape;1303;p114"/>
          <p:cNvSpPr txBox="1"/>
          <p:nvPr/>
        </p:nvSpPr>
        <p:spPr>
          <a:xfrm rot="-2037443">
            <a:off x="916012" y="813011"/>
            <a:ext cx="1212727" cy="20768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900">
                <a:solidFill>
                  <a:schemeClr val="lt1"/>
                </a:solidFill>
                <a:latin typeface="Arial"/>
                <a:ea typeface="Arial"/>
                <a:cs typeface="Arial"/>
                <a:sym typeface="Arial"/>
              </a:rPr>
              <a:t>MESLVPGFNEKTH</a:t>
            </a:r>
            <a:endParaRPr sz="1400">
              <a:solidFill>
                <a:schemeClr val="lt1"/>
              </a:solidFill>
              <a:latin typeface="Arial"/>
              <a:ea typeface="Arial"/>
              <a:cs typeface="Arial"/>
              <a:sym typeface="Arial"/>
            </a:endParaRPr>
          </a:p>
        </p:txBody>
      </p:sp>
      <p:sp>
        <p:nvSpPr>
          <p:cNvPr id="1304" name="Google Shape;1304;p114"/>
          <p:cNvSpPr txBox="1"/>
          <p:nvPr/>
        </p:nvSpPr>
        <p:spPr>
          <a:xfrm rot="-2037156">
            <a:off x="1353320" y="798353"/>
            <a:ext cx="1125859" cy="20768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900">
                <a:solidFill>
                  <a:schemeClr val="lt1"/>
                </a:solidFill>
                <a:latin typeface="Arial"/>
                <a:ea typeface="Arial"/>
                <a:cs typeface="Arial"/>
                <a:sym typeface="Arial"/>
              </a:rPr>
              <a:t>MSXNGPQNQRD</a:t>
            </a:r>
            <a:endParaRPr sz="1400">
              <a:solidFill>
                <a:schemeClr val="lt1"/>
              </a:solidFill>
              <a:latin typeface="Arial"/>
              <a:ea typeface="Arial"/>
              <a:cs typeface="Arial"/>
              <a:sym typeface="Arial"/>
            </a:endParaRPr>
          </a:p>
        </p:txBody>
      </p:sp>
      <p:sp>
        <p:nvSpPr>
          <p:cNvPr id="1305" name="Google Shape;1305;p114"/>
          <p:cNvSpPr txBox="1"/>
          <p:nvPr/>
        </p:nvSpPr>
        <p:spPr>
          <a:xfrm rot="-2037265">
            <a:off x="1650433" y="784054"/>
            <a:ext cx="1316484" cy="20768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900">
                <a:solidFill>
                  <a:schemeClr val="lt1"/>
                </a:solidFill>
                <a:latin typeface="Arial"/>
                <a:ea typeface="Arial"/>
                <a:cs typeface="Arial"/>
                <a:sym typeface="Arial"/>
              </a:rPr>
              <a:t>MLEQPYVFIKRSD</a:t>
            </a:r>
            <a:endParaRPr sz="1400">
              <a:solidFill>
                <a:schemeClr val="lt1"/>
              </a:solidFill>
              <a:latin typeface="Arial"/>
              <a:ea typeface="Arial"/>
              <a:cs typeface="Arial"/>
              <a:sym typeface="Arial"/>
            </a:endParaRPr>
          </a:p>
        </p:txBody>
      </p:sp>
      <p:sp>
        <p:nvSpPr>
          <p:cNvPr id="1306" name="Google Shape;1306;p114"/>
          <p:cNvSpPr txBox="1"/>
          <p:nvPr/>
        </p:nvSpPr>
        <p:spPr>
          <a:xfrm rot="-2037529">
            <a:off x="2043407" y="814801"/>
            <a:ext cx="1206237" cy="20768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900">
                <a:solidFill>
                  <a:schemeClr val="lt1"/>
                </a:solidFill>
                <a:latin typeface="Arial"/>
                <a:ea typeface="Arial"/>
                <a:cs typeface="Arial"/>
                <a:sym typeface="Arial"/>
              </a:rPr>
              <a:t>MSEEEALSQLKNL</a:t>
            </a:r>
            <a:endParaRPr sz="1400">
              <a:solidFill>
                <a:schemeClr val="lt1"/>
              </a:solidFill>
              <a:latin typeface="Arial"/>
              <a:ea typeface="Arial"/>
              <a:cs typeface="Arial"/>
              <a:sym typeface="Arial"/>
            </a:endParaRPr>
          </a:p>
        </p:txBody>
      </p:sp>
      <p:sp>
        <p:nvSpPr>
          <p:cNvPr id="1307" name="Google Shape;1307;p114"/>
          <p:cNvSpPr txBox="1"/>
          <p:nvPr/>
        </p:nvSpPr>
        <p:spPr>
          <a:xfrm rot="-2037114">
            <a:off x="2443235" y="791577"/>
            <a:ext cx="1219882" cy="20768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900">
                <a:solidFill>
                  <a:schemeClr val="lt1"/>
                </a:solidFill>
                <a:latin typeface="Arial"/>
                <a:ea typeface="Arial"/>
                <a:cs typeface="Arial"/>
                <a:sym typeface="Arial"/>
              </a:rPr>
              <a:t>MPYVFIKRSDWA</a:t>
            </a:r>
            <a:endParaRPr sz="1400">
              <a:solidFill>
                <a:schemeClr val="lt1"/>
              </a:solidFill>
              <a:latin typeface="Arial"/>
              <a:ea typeface="Arial"/>
              <a:cs typeface="Arial"/>
              <a:sym typeface="Arial"/>
            </a:endParaRPr>
          </a:p>
        </p:txBody>
      </p:sp>
      <p:sp>
        <p:nvSpPr>
          <p:cNvPr id="1308" name="Google Shape;1308;p114"/>
          <p:cNvSpPr txBox="1"/>
          <p:nvPr/>
        </p:nvSpPr>
        <p:spPr>
          <a:xfrm>
            <a:off x="777500" y="2673200"/>
            <a:ext cx="1792798" cy="900247"/>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Size of matrix</a:t>
            </a:r>
            <a:endParaRPr sz="1100"/>
          </a:p>
          <a:p>
            <a:pPr indent="0" lvl="0" marL="0" marR="0" rtl="0" algn="ctr">
              <a:spcBef>
                <a:spcPts val="0"/>
              </a:spcBef>
              <a:spcAft>
                <a:spcPts val="0"/>
              </a:spcAft>
              <a:buNone/>
            </a:pPr>
            <a:r>
              <a:rPr lang="en" sz="1400">
                <a:solidFill>
                  <a:schemeClr val="lt1"/>
                </a:solidFill>
                <a:latin typeface="Arial"/>
                <a:ea typeface="Arial"/>
                <a:cs typeface="Arial"/>
                <a:sym typeface="Arial"/>
              </a:rPr>
              <a:t>  N X 1280 </a:t>
            </a:r>
            <a:endParaRPr sz="1100"/>
          </a:p>
          <a:p>
            <a:pPr indent="0" lvl="0" marL="0" marR="0" rtl="0" algn="ctr">
              <a:spcBef>
                <a:spcPts val="0"/>
              </a:spcBef>
              <a:spcAft>
                <a:spcPts val="0"/>
              </a:spcAft>
              <a:buNone/>
            </a:pPr>
            <a:r>
              <a:t/>
            </a:r>
            <a:endParaRPr sz="1400">
              <a:solidFill>
                <a:schemeClr val="lt1"/>
              </a:solidFill>
              <a:latin typeface="Arial"/>
              <a:ea typeface="Arial"/>
              <a:cs typeface="Arial"/>
              <a:sym typeface="Arial"/>
            </a:endParaRPr>
          </a:p>
          <a:p>
            <a:pPr indent="0" lvl="0" marL="0" marR="0" rtl="0" algn="ctr">
              <a:spcBef>
                <a:spcPts val="0"/>
              </a:spcBef>
              <a:spcAft>
                <a:spcPts val="0"/>
              </a:spcAft>
              <a:buNone/>
            </a:pPr>
            <a:r>
              <a:rPr lang="en" sz="1400">
                <a:solidFill>
                  <a:schemeClr val="lt1"/>
                </a:solidFill>
                <a:latin typeface="Arial"/>
                <a:ea typeface="Arial"/>
                <a:cs typeface="Arial"/>
                <a:sym typeface="Arial"/>
              </a:rPr>
              <a:t>(1280 dimension)</a:t>
            </a:r>
            <a:endParaRPr sz="1100"/>
          </a:p>
        </p:txBody>
      </p:sp>
      <p:sp>
        <p:nvSpPr>
          <p:cNvPr id="1309" name="Google Shape;1309;p114"/>
          <p:cNvSpPr/>
          <p:nvPr/>
        </p:nvSpPr>
        <p:spPr>
          <a:xfrm>
            <a:off x="3298935" y="1814332"/>
            <a:ext cx="729439" cy="182300"/>
          </a:xfrm>
          <a:prstGeom prst="rightArrow">
            <a:avLst>
              <a:gd fmla="val 50000" name="adj1"/>
              <a:gd fmla="val 50000" name="adj2"/>
            </a:avLst>
          </a:prstGeom>
          <a:solidFill>
            <a:schemeClr val="accent1"/>
          </a:solidFill>
          <a:ln cap="flat" cmpd="sng" w="190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310" name="Google Shape;1310;p114"/>
          <p:cNvSpPr txBox="1"/>
          <p:nvPr/>
        </p:nvSpPr>
        <p:spPr>
          <a:xfrm>
            <a:off x="3326364" y="1598200"/>
            <a:ext cx="867300" cy="2847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UMAP</a:t>
            </a:r>
            <a:endParaRPr sz="1100"/>
          </a:p>
        </p:txBody>
      </p:sp>
      <p:pic>
        <p:nvPicPr>
          <p:cNvPr descr="A group of colorful splattered objects&#10;&#10;Description automatically generated" id="1311" name="Google Shape;1311;p114"/>
          <p:cNvPicPr preferRelativeResize="0"/>
          <p:nvPr/>
        </p:nvPicPr>
        <p:blipFill rotWithShape="1">
          <a:blip r:embed="rId4">
            <a:alphaModFix/>
          </a:blip>
          <a:srcRect b="0" l="0" r="0" t="0"/>
          <a:stretch/>
        </p:blipFill>
        <p:spPr>
          <a:xfrm>
            <a:off x="4598043" y="1160400"/>
            <a:ext cx="3854519" cy="2274379"/>
          </a:xfrm>
          <a:prstGeom prst="rect">
            <a:avLst/>
          </a:prstGeom>
          <a:noFill/>
          <a:ln>
            <a:noFill/>
          </a:ln>
        </p:spPr>
      </p:pic>
      <p:sp>
        <p:nvSpPr>
          <p:cNvPr id="1312" name="Google Shape;1312;p114"/>
          <p:cNvSpPr txBox="1"/>
          <p:nvPr/>
        </p:nvSpPr>
        <p:spPr>
          <a:xfrm>
            <a:off x="5149447" y="690967"/>
            <a:ext cx="2516555" cy="27699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Reduced dimension space</a:t>
            </a:r>
            <a:endParaRPr sz="1100"/>
          </a:p>
        </p:txBody>
      </p:sp>
      <p:sp>
        <p:nvSpPr>
          <p:cNvPr id="1313" name="Google Shape;1313;p114"/>
          <p:cNvSpPr/>
          <p:nvPr/>
        </p:nvSpPr>
        <p:spPr>
          <a:xfrm>
            <a:off x="5396771" y="3053874"/>
            <a:ext cx="297974" cy="311456"/>
          </a:xfrm>
          <a:prstGeom prst="ellipse">
            <a:avLst/>
          </a:prstGeom>
          <a:noFill/>
          <a:ln cap="flat" cmpd="sng" w="19050">
            <a:solidFill>
              <a:srgbClr val="C0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314" name="Google Shape;1314;p114"/>
          <p:cNvSpPr/>
          <p:nvPr/>
        </p:nvSpPr>
        <p:spPr>
          <a:xfrm>
            <a:off x="7495734" y="1341642"/>
            <a:ext cx="482116" cy="456121"/>
          </a:xfrm>
          <a:prstGeom prst="ellipse">
            <a:avLst/>
          </a:prstGeom>
          <a:noFill/>
          <a:ln cap="flat" cmpd="sng" w="19050">
            <a:solidFill>
              <a:srgbClr val="C0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cxnSp>
        <p:nvCxnSpPr>
          <p:cNvPr id="1315" name="Google Shape;1315;p114"/>
          <p:cNvCxnSpPr/>
          <p:nvPr/>
        </p:nvCxnSpPr>
        <p:spPr>
          <a:xfrm rot="10800000">
            <a:off x="5564529" y="3250798"/>
            <a:ext cx="0" cy="645297"/>
          </a:xfrm>
          <a:prstGeom prst="straightConnector1">
            <a:avLst/>
          </a:prstGeom>
          <a:noFill/>
          <a:ln cap="flat" cmpd="sng" w="57150">
            <a:solidFill>
              <a:schemeClr val="accent1"/>
            </a:solidFill>
            <a:prstDash val="solid"/>
            <a:miter lim="800000"/>
            <a:headEnd len="sm" w="sm" type="none"/>
            <a:tailEnd len="med" w="med" type="triangle"/>
          </a:ln>
        </p:spPr>
      </p:cxnSp>
      <p:sp>
        <p:nvSpPr>
          <p:cNvPr id="1316" name="Google Shape;1316;p114"/>
          <p:cNvSpPr txBox="1"/>
          <p:nvPr/>
        </p:nvSpPr>
        <p:spPr>
          <a:xfrm>
            <a:off x="4810278" y="3903096"/>
            <a:ext cx="1508501" cy="484748"/>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1400">
                <a:solidFill>
                  <a:schemeClr val="lt1"/>
                </a:solidFill>
                <a:latin typeface="Arial"/>
                <a:ea typeface="Arial"/>
                <a:cs typeface="Arial"/>
                <a:sym typeface="Arial"/>
              </a:rPr>
              <a:t>Similar structure</a:t>
            </a:r>
            <a:endParaRPr sz="1100"/>
          </a:p>
        </p:txBody>
      </p:sp>
      <p:sp>
        <p:nvSpPr>
          <p:cNvPr id="1317" name="Google Shape;1317;p114"/>
          <p:cNvSpPr txBox="1"/>
          <p:nvPr/>
        </p:nvSpPr>
        <p:spPr>
          <a:xfrm>
            <a:off x="7050259" y="3612890"/>
            <a:ext cx="1508501" cy="484748"/>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1400">
                <a:solidFill>
                  <a:schemeClr val="lt1"/>
                </a:solidFill>
                <a:latin typeface="Arial"/>
                <a:ea typeface="Arial"/>
                <a:cs typeface="Arial"/>
                <a:sym typeface="Arial"/>
              </a:rPr>
              <a:t>Similar Function</a:t>
            </a:r>
            <a:endParaRPr sz="1100"/>
          </a:p>
        </p:txBody>
      </p:sp>
      <p:cxnSp>
        <p:nvCxnSpPr>
          <p:cNvPr id="1318" name="Google Shape;1318;p114"/>
          <p:cNvCxnSpPr/>
          <p:nvPr/>
        </p:nvCxnSpPr>
        <p:spPr>
          <a:xfrm rot="10800000">
            <a:off x="7805678" y="1736701"/>
            <a:ext cx="0" cy="1836745"/>
          </a:xfrm>
          <a:prstGeom prst="straightConnector1">
            <a:avLst/>
          </a:prstGeom>
          <a:noFill/>
          <a:ln cap="flat" cmpd="sng" w="57150">
            <a:solidFill>
              <a:schemeClr val="accent1"/>
            </a:solidFill>
            <a:prstDash val="solid"/>
            <a:miter lim="800000"/>
            <a:headEnd len="sm" w="sm" type="none"/>
            <a:tailEnd len="med" w="med" type="triangle"/>
          </a:ln>
        </p:spPr>
      </p:cxnSp>
      <p:sp>
        <p:nvSpPr>
          <p:cNvPr id="1319" name="Google Shape;1319;p114"/>
          <p:cNvSpPr txBox="1"/>
          <p:nvPr>
            <p:ph idx="12" type="sldNum"/>
          </p:nvPr>
        </p:nvSpPr>
        <p:spPr>
          <a:xfrm>
            <a:off x="6972475" y="4789488"/>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
                <a:solidFill>
                  <a:schemeClr val="lt1"/>
                </a:solidFill>
                <a:latin typeface="DM Sans"/>
                <a:ea typeface="DM Sans"/>
                <a:cs typeface="DM Sans"/>
                <a:sym typeface="DM Sans"/>
              </a:rPr>
              <a:t>‹#›</a:t>
            </a:fld>
            <a:endParaRPr>
              <a:solidFill>
                <a:schemeClr val="lt1"/>
              </a:solidFill>
              <a:latin typeface="DM Sans"/>
              <a:ea typeface="DM Sans"/>
              <a:cs typeface="DM Sans"/>
              <a:sym typeface="DM Sans"/>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23" name="Shape 1323"/>
        <p:cNvGrpSpPr/>
        <p:nvPr/>
      </p:nvGrpSpPr>
      <p:grpSpPr>
        <a:xfrm>
          <a:off x="0" y="0"/>
          <a:ext cx="0" cy="0"/>
          <a:chOff x="0" y="0"/>
          <a:chExt cx="0" cy="0"/>
        </a:xfrm>
      </p:grpSpPr>
      <p:sp>
        <p:nvSpPr>
          <p:cNvPr id="1324" name="Google Shape;1324;p115"/>
          <p:cNvSpPr/>
          <p:nvPr/>
        </p:nvSpPr>
        <p:spPr>
          <a:xfrm>
            <a:off x="2286118" y="2314800"/>
            <a:ext cx="2294400" cy="2236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DM Sans"/>
              <a:ea typeface="DM Sans"/>
              <a:cs typeface="DM Sans"/>
              <a:sym typeface="DM Sans"/>
            </a:endParaRPr>
          </a:p>
        </p:txBody>
      </p:sp>
      <p:sp>
        <p:nvSpPr>
          <p:cNvPr id="1325" name="Google Shape;1325;p115"/>
          <p:cNvSpPr/>
          <p:nvPr/>
        </p:nvSpPr>
        <p:spPr>
          <a:xfrm>
            <a:off x="4565474" y="2314800"/>
            <a:ext cx="2294400" cy="2236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DM Sans"/>
              <a:ea typeface="DM Sans"/>
              <a:cs typeface="DM Sans"/>
              <a:sym typeface="DM Sans"/>
            </a:endParaRPr>
          </a:p>
        </p:txBody>
      </p:sp>
      <p:sp>
        <p:nvSpPr>
          <p:cNvPr id="1326" name="Google Shape;1326;p115"/>
          <p:cNvSpPr/>
          <p:nvPr/>
        </p:nvSpPr>
        <p:spPr>
          <a:xfrm>
            <a:off x="50" y="2314800"/>
            <a:ext cx="2294400" cy="2236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DM Sans"/>
              <a:ea typeface="DM Sans"/>
              <a:cs typeface="DM Sans"/>
              <a:sym typeface="DM Sans"/>
            </a:endParaRPr>
          </a:p>
        </p:txBody>
      </p:sp>
      <p:sp>
        <p:nvSpPr>
          <p:cNvPr id="1327" name="Google Shape;1327;p115"/>
          <p:cNvSpPr/>
          <p:nvPr/>
        </p:nvSpPr>
        <p:spPr>
          <a:xfrm>
            <a:off x="6849550" y="2314800"/>
            <a:ext cx="2294400" cy="2236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DM Sans"/>
              <a:ea typeface="DM Sans"/>
              <a:cs typeface="DM Sans"/>
              <a:sym typeface="DM Sans"/>
            </a:endParaRPr>
          </a:p>
        </p:txBody>
      </p:sp>
      <p:cxnSp>
        <p:nvCxnSpPr>
          <p:cNvPr id="1328" name="Google Shape;1328;p115"/>
          <p:cNvCxnSpPr/>
          <p:nvPr/>
        </p:nvCxnSpPr>
        <p:spPr>
          <a:xfrm>
            <a:off x="6849550" y="2298382"/>
            <a:ext cx="0" cy="2249700"/>
          </a:xfrm>
          <a:prstGeom prst="straightConnector1">
            <a:avLst/>
          </a:prstGeom>
          <a:noFill/>
          <a:ln cap="flat" cmpd="sng" w="19050">
            <a:solidFill>
              <a:schemeClr val="lt1"/>
            </a:solidFill>
            <a:prstDash val="solid"/>
            <a:round/>
            <a:headEnd len="med" w="med" type="none"/>
            <a:tailEnd len="med" w="med" type="none"/>
          </a:ln>
        </p:spPr>
      </p:cxnSp>
      <p:cxnSp>
        <p:nvCxnSpPr>
          <p:cNvPr id="1329" name="Google Shape;1329;p115"/>
          <p:cNvCxnSpPr/>
          <p:nvPr/>
        </p:nvCxnSpPr>
        <p:spPr>
          <a:xfrm>
            <a:off x="4565474" y="2298382"/>
            <a:ext cx="0" cy="2249700"/>
          </a:xfrm>
          <a:prstGeom prst="straightConnector1">
            <a:avLst/>
          </a:prstGeom>
          <a:noFill/>
          <a:ln cap="flat" cmpd="sng" w="19050">
            <a:solidFill>
              <a:schemeClr val="lt1"/>
            </a:solidFill>
            <a:prstDash val="solid"/>
            <a:round/>
            <a:headEnd len="med" w="med" type="none"/>
            <a:tailEnd len="med" w="med" type="none"/>
          </a:ln>
        </p:spPr>
      </p:cxnSp>
      <p:cxnSp>
        <p:nvCxnSpPr>
          <p:cNvPr id="1330" name="Google Shape;1330;p115"/>
          <p:cNvCxnSpPr/>
          <p:nvPr/>
        </p:nvCxnSpPr>
        <p:spPr>
          <a:xfrm>
            <a:off x="2286118" y="2298382"/>
            <a:ext cx="0" cy="2249700"/>
          </a:xfrm>
          <a:prstGeom prst="straightConnector1">
            <a:avLst/>
          </a:prstGeom>
          <a:noFill/>
          <a:ln cap="flat" cmpd="sng" w="19050">
            <a:solidFill>
              <a:schemeClr val="lt1"/>
            </a:solidFill>
            <a:prstDash val="solid"/>
            <a:round/>
            <a:headEnd len="med" w="med" type="none"/>
            <a:tailEnd len="med" w="med" type="none"/>
          </a:ln>
        </p:spPr>
      </p:cxnSp>
      <p:sp>
        <p:nvSpPr>
          <p:cNvPr id="1331" name="Google Shape;1331;p115"/>
          <p:cNvSpPr txBox="1"/>
          <p:nvPr>
            <p:ph idx="12" type="sldNum"/>
          </p:nvPr>
        </p:nvSpPr>
        <p:spPr>
          <a:xfrm>
            <a:off x="8391850" y="4718500"/>
            <a:ext cx="548700" cy="234000"/>
          </a:xfrm>
          <a:prstGeom prst="rect">
            <a:avLst/>
          </a:prstGeom>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sz="900"/>
              <a:t>‹#›</a:t>
            </a:fld>
            <a:endParaRPr sz="900"/>
          </a:p>
        </p:txBody>
      </p:sp>
      <p:sp>
        <p:nvSpPr>
          <p:cNvPr id="1332" name="Google Shape;1332;p115"/>
          <p:cNvSpPr txBox="1"/>
          <p:nvPr>
            <p:ph idx="6" type="subTitle"/>
          </p:nvPr>
        </p:nvSpPr>
        <p:spPr>
          <a:xfrm>
            <a:off x="4892138" y="2586820"/>
            <a:ext cx="1645800" cy="152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03</a:t>
            </a:r>
            <a:endParaRPr/>
          </a:p>
        </p:txBody>
      </p:sp>
      <p:sp>
        <p:nvSpPr>
          <p:cNvPr id="1333" name="Google Shape;1333;p115"/>
          <p:cNvSpPr txBox="1"/>
          <p:nvPr>
            <p:ph idx="3" type="subTitle"/>
          </p:nvPr>
        </p:nvSpPr>
        <p:spPr>
          <a:xfrm>
            <a:off x="7130875" y="2586820"/>
            <a:ext cx="1645800" cy="152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04</a:t>
            </a:r>
            <a:endParaRPr/>
          </a:p>
        </p:txBody>
      </p:sp>
      <p:sp>
        <p:nvSpPr>
          <p:cNvPr id="1334" name="Google Shape;1334;p115"/>
          <p:cNvSpPr txBox="1"/>
          <p:nvPr>
            <p:ph idx="7" type="subTitle"/>
          </p:nvPr>
        </p:nvSpPr>
        <p:spPr>
          <a:xfrm>
            <a:off x="4892150" y="2791146"/>
            <a:ext cx="1645800" cy="764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200"/>
              <a:t>REDUCE RELIANCE ON CULTURED BACTERIA FOR VIRUS GENOME SEQUENCING</a:t>
            </a:r>
            <a:endParaRPr sz="1200"/>
          </a:p>
        </p:txBody>
      </p:sp>
      <p:sp>
        <p:nvSpPr>
          <p:cNvPr id="1335" name="Google Shape;1335;p115"/>
          <p:cNvSpPr txBox="1"/>
          <p:nvPr>
            <p:ph idx="4" type="subTitle"/>
          </p:nvPr>
        </p:nvSpPr>
        <p:spPr>
          <a:xfrm>
            <a:off x="7130875" y="2791139"/>
            <a:ext cx="1645800" cy="587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200"/>
              <a:t>CHEAPER AND </a:t>
            </a:r>
            <a:endParaRPr sz="1200"/>
          </a:p>
          <a:p>
            <a:pPr indent="0" lvl="0" marL="0" rtl="0" algn="l">
              <a:spcBef>
                <a:spcPts val="0"/>
              </a:spcBef>
              <a:spcAft>
                <a:spcPts val="0"/>
              </a:spcAft>
              <a:buNone/>
            </a:pPr>
            <a:r>
              <a:rPr lang="en" sz="1200"/>
              <a:t>FASTER VIRUS </a:t>
            </a:r>
            <a:r>
              <a:rPr lang="en" sz="1200"/>
              <a:t>IDENTIFICATION</a:t>
            </a:r>
            <a:endParaRPr sz="1200"/>
          </a:p>
        </p:txBody>
      </p:sp>
      <p:sp>
        <p:nvSpPr>
          <p:cNvPr id="1336" name="Google Shape;1336;p115"/>
          <p:cNvSpPr txBox="1"/>
          <p:nvPr>
            <p:ph idx="9" type="subTitle"/>
          </p:nvPr>
        </p:nvSpPr>
        <p:spPr>
          <a:xfrm>
            <a:off x="2607050" y="2586820"/>
            <a:ext cx="1645800" cy="152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02</a:t>
            </a:r>
            <a:endParaRPr/>
          </a:p>
        </p:txBody>
      </p:sp>
      <p:sp>
        <p:nvSpPr>
          <p:cNvPr id="1337" name="Google Shape;1337;p115"/>
          <p:cNvSpPr txBox="1"/>
          <p:nvPr>
            <p:ph idx="13" type="subTitle"/>
          </p:nvPr>
        </p:nvSpPr>
        <p:spPr>
          <a:xfrm>
            <a:off x="2607050" y="2791133"/>
            <a:ext cx="1645800" cy="372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200"/>
              <a:t>IDENTIFYING KNOWN VIRUSES</a:t>
            </a:r>
            <a:endParaRPr sz="1200"/>
          </a:p>
        </p:txBody>
      </p:sp>
      <p:sp>
        <p:nvSpPr>
          <p:cNvPr id="1338" name="Google Shape;1338;p115"/>
          <p:cNvSpPr txBox="1"/>
          <p:nvPr>
            <p:ph idx="15" type="subTitle"/>
          </p:nvPr>
        </p:nvSpPr>
        <p:spPr>
          <a:xfrm>
            <a:off x="361975" y="2586820"/>
            <a:ext cx="1645800" cy="152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01</a:t>
            </a:r>
            <a:endParaRPr/>
          </a:p>
        </p:txBody>
      </p:sp>
      <p:sp>
        <p:nvSpPr>
          <p:cNvPr id="1339" name="Google Shape;1339;p115"/>
          <p:cNvSpPr txBox="1"/>
          <p:nvPr>
            <p:ph idx="16" type="subTitle"/>
          </p:nvPr>
        </p:nvSpPr>
        <p:spPr>
          <a:xfrm>
            <a:off x="361975" y="2791134"/>
            <a:ext cx="1645800" cy="45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200"/>
              <a:t>DISCOVERING NOVEL VIRUSES/VIRUS-HOST INTERACTIONS</a:t>
            </a:r>
            <a:endParaRPr sz="1200"/>
          </a:p>
        </p:txBody>
      </p:sp>
      <p:sp>
        <p:nvSpPr>
          <p:cNvPr id="1340" name="Google Shape;1340;p115"/>
          <p:cNvSpPr txBox="1"/>
          <p:nvPr>
            <p:ph idx="17" type="subTitle"/>
          </p:nvPr>
        </p:nvSpPr>
        <p:spPr>
          <a:xfrm>
            <a:off x="2490450" y="732775"/>
            <a:ext cx="4163100" cy="153900"/>
          </a:xfrm>
          <a:prstGeom prst="rect">
            <a:avLst/>
          </a:prstGeom>
        </p:spPr>
        <p:txBody>
          <a:bodyPr anchorCtr="0" anchor="b" bIns="0" lIns="0" spcFirstLastPara="1" rIns="0" wrap="square" tIns="0">
            <a:spAutoFit/>
          </a:bodyPr>
          <a:lstStyle/>
          <a:p>
            <a:pPr indent="0" lvl="0" marL="0" rtl="0" algn="ctr">
              <a:spcBef>
                <a:spcPts val="0"/>
              </a:spcBef>
              <a:spcAft>
                <a:spcPts val="0"/>
              </a:spcAft>
              <a:buNone/>
            </a:pPr>
            <a:r>
              <a:rPr lang="en"/>
              <a:t>Significance</a:t>
            </a:r>
            <a:endParaRPr/>
          </a:p>
        </p:txBody>
      </p:sp>
      <p:sp>
        <p:nvSpPr>
          <p:cNvPr id="1341" name="Google Shape;1341;p115"/>
          <p:cNvSpPr txBox="1"/>
          <p:nvPr>
            <p:ph type="title"/>
          </p:nvPr>
        </p:nvSpPr>
        <p:spPr>
          <a:xfrm>
            <a:off x="1406550" y="1109557"/>
            <a:ext cx="6330900" cy="5877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3500"/>
              <a:t>How can we use LLMs?</a:t>
            </a:r>
            <a:endParaRPr sz="35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45" name="Shape 1345"/>
        <p:cNvGrpSpPr/>
        <p:nvPr/>
      </p:nvGrpSpPr>
      <p:grpSpPr>
        <a:xfrm>
          <a:off x="0" y="0"/>
          <a:ext cx="0" cy="0"/>
          <a:chOff x="0" y="0"/>
          <a:chExt cx="0" cy="0"/>
        </a:xfrm>
      </p:grpSpPr>
      <p:sp>
        <p:nvSpPr>
          <p:cNvPr id="1346" name="Google Shape;1346;p116"/>
          <p:cNvSpPr txBox="1"/>
          <p:nvPr/>
        </p:nvSpPr>
        <p:spPr>
          <a:xfrm>
            <a:off x="300000" y="369300"/>
            <a:ext cx="3856800" cy="4340700"/>
          </a:xfrm>
          <a:prstGeom prst="rect">
            <a:avLst/>
          </a:prstGeom>
          <a:noFill/>
          <a:ln>
            <a:noFill/>
          </a:ln>
        </p:spPr>
        <p:txBody>
          <a:bodyPr anchorCtr="0" anchor="t" bIns="91425" lIns="91425" spcFirstLastPara="1" rIns="91425" wrap="square" tIns="91425">
            <a:spAutoFit/>
          </a:bodyPr>
          <a:lstStyle/>
          <a:p>
            <a:pPr indent="-323850" lvl="0" marL="457200" rtl="0" algn="l">
              <a:spcBef>
                <a:spcPts val="0"/>
              </a:spcBef>
              <a:spcAft>
                <a:spcPts val="0"/>
              </a:spcAft>
              <a:buClr>
                <a:schemeClr val="dk1"/>
              </a:buClr>
              <a:buSzPts val="1500"/>
              <a:buFont typeface="DM Sans"/>
              <a:buAutoNum type="arabicPeriod"/>
            </a:pPr>
            <a:r>
              <a:rPr lang="en" sz="1500">
                <a:solidFill>
                  <a:schemeClr val="dk1"/>
                </a:solidFill>
                <a:latin typeface="DM Sans"/>
                <a:ea typeface="DM Sans"/>
                <a:cs typeface="DM Sans"/>
                <a:sym typeface="DM Sans"/>
              </a:rPr>
              <a:t>Data collected from the NCBI and Virus-Host Database </a:t>
            </a:r>
            <a:endParaRPr sz="1500">
              <a:solidFill>
                <a:schemeClr val="dk1"/>
              </a:solidFill>
              <a:latin typeface="DM Sans"/>
              <a:ea typeface="DM Sans"/>
              <a:cs typeface="DM Sans"/>
              <a:sym typeface="DM Sans"/>
            </a:endParaRPr>
          </a:p>
          <a:p>
            <a:pPr indent="0" lvl="0" marL="0" rtl="0" algn="l">
              <a:spcBef>
                <a:spcPts val="0"/>
              </a:spcBef>
              <a:spcAft>
                <a:spcPts val="0"/>
              </a:spcAft>
              <a:buNone/>
            </a:pPr>
            <a:r>
              <a:t/>
            </a:r>
            <a:endParaRPr sz="1500">
              <a:solidFill>
                <a:schemeClr val="dk1"/>
              </a:solidFill>
              <a:latin typeface="DM Sans"/>
              <a:ea typeface="DM Sans"/>
              <a:cs typeface="DM Sans"/>
              <a:sym typeface="DM Sans"/>
            </a:endParaRPr>
          </a:p>
          <a:p>
            <a:pPr indent="0" lvl="0" marL="0" rtl="0" algn="l">
              <a:spcBef>
                <a:spcPts val="0"/>
              </a:spcBef>
              <a:spcAft>
                <a:spcPts val="0"/>
              </a:spcAft>
              <a:buNone/>
            </a:pPr>
            <a:r>
              <a:t/>
            </a:r>
            <a:endParaRPr sz="1500">
              <a:solidFill>
                <a:schemeClr val="dk1"/>
              </a:solidFill>
              <a:latin typeface="DM Sans"/>
              <a:ea typeface="DM Sans"/>
              <a:cs typeface="DM Sans"/>
              <a:sym typeface="DM Sans"/>
            </a:endParaRPr>
          </a:p>
          <a:p>
            <a:pPr indent="0" lvl="0" marL="0" rtl="0" algn="l">
              <a:spcBef>
                <a:spcPts val="0"/>
              </a:spcBef>
              <a:spcAft>
                <a:spcPts val="0"/>
              </a:spcAft>
              <a:buNone/>
            </a:pPr>
            <a:r>
              <a:t/>
            </a:r>
            <a:endParaRPr sz="1500">
              <a:solidFill>
                <a:schemeClr val="dk1"/>
              </a:solidFill>
              <a:latin typeface="DM Sans"/>
              <a:ea typeface="DM Sans"/>
              <a:cs typeface="DM Sans"/>
              <a:sym typeface="DM Sans"/>
            </a:endParaRPr>
          </a:p>
          <a:p>
            <a:pPr indent="0" lvl="0" marL="457200" rtl="0" algn="l">
              <a:spcBef>
                <a:spcPts val="0"/>
              </a:spcBef>
              <a:spcAft>
                <a:spcPts val="0"/>
              </a:spcAft>
              <a:buNone/>
            </a:pPr>
            <a:r>
              <a:t/>
            </a:r>
            <a:endParaRPr sz="1500">
              <a:solidFill>
                <a:schemeClr val="dk1"/>
              </a:solidFill>
              <a:latin typeface="DM Sans"/>
              <a:ea typeface="DM Sans"/>
              <a:cs typeface="DM Sans"/>
              <a:sym typeface="DM Sans"/>
            </a:endParaRPr>
          </a:p>
          <a:p>
            <a:pPr indent="0" lvl="0" marL="457200" rtl="0" algn="l">
              <a:spcBef>
                <a:spcPts val="0"/>
              </a:spcBef>
              <a:spcAft>
                <a:spcPts val="0"/>
              </a:spcAft>
              <a:buNone/>
            </a:pPr>
            <a:r>
              <a:t/>
            </a:r>
            <a:endParaRPr sz="1500">
              <a:solidFill>
                <a:schemeClr val="dk1"/>
              </a:solidFill>
              <a:latin typeface="DM Sans"/>
              <a:ea typeface="DM Sans"/>
              <a:cs typeface="DM Sans"/>
              <a:sym typeface="DM Sans"/>
            </a:endParaRPr>
          </a:p>
          <a:p>
            <a:pPr indent="0" lvl="0" marL="457200" rtl="0" algn="l">
              <a:spcBef>
                <a:spcPts val="0"/>
              </a:spcBef>
              <a:spcAft>
                <a:spcPts val="0"/>
              </a:spcAft>
              <a:buNone/>
            </a:pPr>
            <a:r>
              <a:t/>
            </a:r>
            <a:endParaRPr sz="1500">
              <a:solidFill>
                <a:schemeClr val="dk1"/>
              </a:solidFill>
              <a:latin typeface="DM Sans"/>
              <a:ea typeface="DM Sans"/>
              <a:cs typeface="DM Sans"/>
              <a:sym typeface="DM Sans"/>
            </a:endParaRPr>
          </a:p>
          <a:p>
            <a:pPr indent="-323850" lvl="0" marL="457200" rtl="0" algn="l">
              <a:spcBef>
                <a:spcPts val="0"/>
              </a:spcBef>
              <a:spcAft>
                <a:spcPts val="0"/>
              </a:spcAft>
              <a:buClr>
                <a:schemeClr val="dk1"/>
              </a:buClr>
              <a:buSzPts val="1500"/>
              <a:buFont typeface="DM Sans"/>
              <a:buAutoNum type="arabicPeriod"/>
            </a:pPr>
            <a:r>
              <a:rPr lang="en" sz="1500">
                <a:solidFill>
                  <a:schemeClr val="dk1"/>
                </a:solidFill>
                <a:latin typeface="DM Sans"/>
                <a:ea typeface="DM Sans"/>
                <a:cs typeface="DM Sans"/>
                <a:sym typeface="DM Sans"/>
              </a:rPr>
              <a:t>Table entries parsed from FASTA files and filtered to 2M entries</a:t>
            </a:r>
            <a:endParaRPr sz="1500">
              <a:solidFill>
                <a:schemeClr val="dk1"/>
              </a:solidFill>
              <a:latin typeface="DM Sans"/>
              <a:ea typeface="DM Sans"/>
              <a:cs typeface="DM Sans"/>
              <a:sym typeface="DM Sans"/>
            </a:endParaRPr>
          </a:p>
          <a:p>
            <a:pPr indent="0" lvl="0" marL="0" rtl="0" algn="l">
              <a:spcBef>
                <a:spcPts val="0"/>
              </a:spcBef>
              <a:spcAft>
                <a:spcPts val="0"/>
              </a:spcAft>
              <a:buNone/>
            </a:pPr>
            <a:r>
              <a:t/>
            </a:r>
            <a:endParaRPr sz="1500">
              <a:solidFill>
                <a:schemeClr val="dk1"/>
              </a:solidFill>
              <a:latin typeface="DM Sans"/>
              <a:ea typeface="DM Sans"/>
              <a:cs typeface="DM Sans"/>
              <a:sym typeface="DM Sans"/>
            </a:endParaRPr>
          </a:p>
          <a:p>
            <a:pPr indent="0" lvl="0" marL="0" rtl="0" algn="l">
              <a:spcBef>
                <a:spcPts val="0"/>
              </a:spcBef>
              <a:spcAft>
                <a:spcPts val="0"/>
              </a:spcAft>
              <a:buNone/>
            </a:pPr>
            <a:r>
              <a:t/>
            </a:r>
            <a:endParaRPr sz="1500">
              <a:solidFill>
                <a:schemeClr val="dk1"/>
              </a:solidFill>
              <a:latin typeface="DM Sans"/>
              <a:ea typeface="DM Sans"/>
              <a:cs typeface="DM Sans"/>
              <a:sym typeface="DM Sans"/>
            </a:endParaRPr>
          </a:p>
          <a:p>
            <a:pPr indent="0" lvl="0" marL="0" rtl="0" algn="l">
              <a:spcBef>
                <a:spcPts val="0"/>
              </a:spcBef>
              <a:spcAft>
                <a:spcPts val="0"/>
              </a:spcAft>
              <a:buNone/>
            </a:pPr>
            <a:r>
              <a:t/>
            </a:r>
            <a:endParaRPr sz="1500">
              <a:solidFill>
                <a:schemeClr val="dk1"/>
              </a:solidFill>
              <a:latin typeface="DM Sans"/>
              <a:ea typeface="DM Sans"/>
              <a:cs typeface="DM Sans"/>
              <a:sym typeface="DM Sans"/>
            </a:endParaRPr>
          </a:p>
          <a:p>
            <a:pPr indent="0" lvl="0" marL="0" rtl="0" algn="l">
              <a:spcBef>
                <a:spcPts val="0"/>
              </a:spcBef>
              <a:spcAft>
                <a:spcPts val="0"/>
              </a:spcAft>
              <a:buNone/>
            </a:pPr>
            <a:r>
              <a:t/>
            </a:r>
            <a:endParaRPr sz="1500">
              <a:solidFill>
                <a:schemeClr val="dk1"/>
              </a:solidFill>
              <a:latin typeface="DM Sans"/>
              <a:ea typeface="DM Sans"/>
              <a:cs typeface="DM Sans"/>
              <a:sym typeface="DM Sans"/>
            </a:endParaRPr>
          </a:p>
          <a:p>
            <a:pPr indent="0" lvl="0" marL="0" rtl="0" algn="l">
              <a:spcBef>
                <a:spcPts val="0"/>
              </a:spcBef>
              <a:spcAft>
                <a:spcPts val="0"/>
              </a:spcAft>
              <a:buNone/>
            </a:pPr>
            <a:r>
              <a:t/>
            </a:r>
            <a:endParaRPr sz="1500">
              <a:solidFill>
                <a:schemeClr val="dk1"/>
              </a:solidFill>
              <a:latin typeface="DM Sans"/>
              <a:ea typeface="DM Sans"/>
              <a:cs typeface="DM Sans"/>
              <a:sym typeface="DM Sans"/>
            </a:endParaRPr>
          </a:p>
          <a:p>
            <a:pPr indent="0" lvl="0" marL="457200" rtl="0" algn="l">
              <a:spcBef>
                <a:spcPts val="0"/>
              </a:spcBef>
              <a:spcAft>
                <a:spcPts val="0"/>
              </a:spcAft>
              <a:buNone/>
            </a:pPr>
            <a:r>
              <a:t/>
            </a:r>
            <a:endParaRPr sz="1500">
              <a:solidFill>
                <a:schemeClr val="dk1"/>
              </a:solidFill>
              <a:latin typeface="DM Sans"/>
              <a:ea typeface="DM Sans"/>
              <a:cs typeface="DM Sans"/>
              <a:sym typeface="DM Sans"/>
            </a:endParaRPr>
          </a:p>
          <a:p>
            <a:pPr indent="-323850" lvl="0" marL="457200" rtl="0" algn="l">
              <a:spcBef>
                <a:spcPts val="0"/>
              </a:spcBef>
              <a:spcAft>
                <a:spcPts val="0"/>
              </a:spcAft>
              <a:buClr>
                <a:schemeClr val="dk1"/>
              </a:buClr>
              <a:buSzPts val="1500"/>
              <a:buFont typeface="DM Sans"/>
              <a:buAutoNum type="arabicPeriod"/>
            </a:pPr>
            <a:r>
              <a:rPr lang="en" sz="1500">
                <a:solidFill>
                  <a:schemeClr val="dk1"/>
                </a:solidFill>
                <a:latin typeface="DM Sans"/>
                <a:ea typeface="DM Sans"/>
                <a:cs typeface="DM Sans"/>
                <a:sym typeface="DM Sans"/>
              </a:rPr>
              <a:t>Virus/bacteria protein sequences embedded into vectors </a:t>
            </a:r>
            <a:endParaRPr sz="1500">
              <a:solidFill>
                <a:schemeClr val="dk1"/>
              </a:solidFill>
              <a:latin typeface="DM Sans"/>
              <a:ea typeface="DM Sans"/>
              <a:cs typeface="DM Sans"/>
              <a:sym typeface="DM Sans"/>
            </a:endParaRPr>
          </a:p>
        </p:txBody>
      </p:sp>
      <p:pic>
        <p:nvPicPr>
          <p:cNvPr id="1347" name="Google Shape;1347;p116"/>
          <p:cNvPicPr preferRelativeResize="0"/>
          <p:nvPr/>
        </p:nvPicPr>
        <p:blipFill>
          <a:blip r:embed="rId3">
            <a:alphaModFix/>
          </a:blip>
          <a:stretch>
            <a:fillRect/>
          </a:stretch>
        </p:blipFill>
        <p:spPr>
          <a:xfrm>
            <a:off x="4278537" y="3595988"/>
            <a:ext cx="1607657" cy="1410425"/>
          </a:xfrm>
          <a:prstGeom prst="rect">
            <a:avLst/>
          </a:prstGeom>
          <a:noFill/>
          <a:ln cap="flat" cmpd="sng" w="9525">
            <a:solidFill>
              <a:schemeClr val="lt2"/>
            </a:solidFill>
            <a:prstDash val="solid"/>
            <a:round/>
            <a:headEnd len="sm" w="sm" type="none"/>
            <a:tailEnd len="sm" w="sm" type="none"/>
          </a:ln>
        </p:spPr>
      </p:pic>
      <p:pic>
        <p:nvPicPr>
          <p:cNvPr id="1348" name="Google Shape;1348;p116"/>
          <p:cNvPicPr preferRelativeResize="0"/>
          <p:nvPr/>
        </p:nvPicPr>
        <p:blipFill rotWithShape="1">
          <a:blip r:embed="rId4">
            <a:alphaModFix/>
          </a:blip>
          <a:srcRect b="0" l="1494" r="30907" t="0"/>
          <a:stretch/>
        </p:blipFill>
        <p:spPr>
          <a:xfrm>
            <a:off x="6007925" y="3595995"/>
            <a:ext cx="2910726" cy="1410418"/>
          </a:xfrm>
          <a:prstGeom prst="rect">
            <a:avLst/>
          </a:prstGeom>
          <a:noFill/>
          <a:ln cap="flat" cmpd="sng" w="9525">
            <a:solidFill>
              <a:schemeClr val="lt2"/>
            </a:solidFill>
            <a:prstDash val="solid"/>
            <a:round/>
            <a:headEnd len="sm" w="sm" type="none"/>
            <a:tailEnd len="sm" w="sm" type="none"/>
          </a:ln>
        </p:spPr>
      </p:pic>
      <p:pic>
        <p:nvPicPr>
          <p:cNvPr id="1349" name="Google Shape;1349;p116"/>
          <p:cNvPicPr preferRelativeResize="0"/>
          <p:nvPr/>
        </p:nvPicPr>
        <p:blipFill>
          <a:blip r:embed="rId5">
            <a:alphaModFix/>
          </a:blip>
          <a:stretch>
            <a:fillRect/>
          </a:stretch>
        </p:blipFill>
        <p:spPr>
          <a:xfrm>
            <a:off x="4217875" y="137088"/>
            <a:ext cx="2174502" cy="1101525"/>
          </a:xfrm>
          <a:prstGeom prst="rect">
            <a:avLst/>
          </a:prstGeom>
          <a:noFill/>
          <a:ln cap="flat" cmpd="sng" w="9525">
            <a:solidFill>
              <a:schemeClr val="lt2"/>
            </a:solidFill>
            <a:prstDash val="solid"/>
            <a:round/>
            <a:headEnd len="sm" w="sm" type="none"/>
            <a:tailEnd len="sm" w="sm" type="none"/>
          </a:ln>
        </p:spPr>
      </p:pic>
      <p:pic>
        <p:nvPicPr>
          <p:cNvPr id="1350" name="Google Shape;1350;p116"/>
          <p:cNvPicPr preferRelativeResize="0"/>
          <p:nvPr/>
        </p:nvPicPr>
        <p:blipFill rotWithShape="1">
          <a:blip r:embed="rId6">
            <a:alphaModFix/>
          </a:blip>
          <a:srcRect b="34089" l="0" r="0" t="0"/>
          <a:stretch/>
        </p:blipFill>
        <p:spPr>
          <a:xfrm>
            <a:off x="6565202" y="137087"/>
            <a:ext cx="2338072" cy="1101525"/>
          </a:xfrm>
          <a:prstGeom prst="rect">
            <a:avLst/>
          </a:prstGeom>
          <a:noFill/>
          <a:ln cap="flat" cmpd="sng" w="9525">
            <a:solidFill>
              <a:schemeClr val="lt2"/>
            </a:solidFill>
            <a:prstDash val="solid"/>
            <a:round/>
            <a:headEnd len="sm" w="sm" type="none"/>
            <a:tailEnd len="sm" w="sm" type="none"/>
          </a:ln>
        </p:spPr>
      </p:pic>
      <p:sp>
        <p:nvSpPr>
          <p:cNvPr id="1351" name="Google Shape;1351;p116"/>
          <p:cNvSpPr/>
          <p:nvPr/>
        </p:nvSpPr>
        <p:spPr>
          <a:xfrm flipH="1">
            <a:off x="2040500" y="1122350"/>
            <a:ext cx="481800" cy="924300"/>
          </a:xfrm>
          <a:prstGeom prst="downArrow">
            <a:avLst>
              <a:gd fmla="val 47313" name="adj1"/>
              <a:gd fmla="val 62668" name="adj2"/>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352" name="Google Shape;1352;p116"/>
          <p:cNvSpPr/>
          <p:nvPr/>
        </p:nvSpPr>
        <p:spPr>
          <a:xfrm flipH="1">
            <a:off x="2040500" y="3007400"/>
            <a:ext cx="481800" cy="924300"/>
          </a:xfrm>
          <a:prstGeom prst="downArrow">
            <a:avLst>
              <a:gd fmla="val 47313" name="adj1"/>
              <a:gd fmla="val 62668" name="adj2"/>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pic>
        <p:nvPicPr>
          <p:cNvPr id="1353" name="Google Shape;1353;p116"/>
          <p:cNvPicPr preferRelativeResize="0"/>
          <p:nvPr/>
        </p:nvPicPr>
        <p:blipFill>
          <a:blip r:embed="rId7">
            <a:alphaModFix/>
          </a:blip>
          <a:stretch>
            <a:fillRect/>
          </a:stretch>
        </p:blipFill>
        <p:spPr>
          <a:xfrm>
            <a:off x="5088275" y="1391013"/>
            <a:ext cx="3241250" cy="2052575"/>
          </a:xfrm>
          <a:prstGeom prst="rect">
            <a:avLst/>
          </a:prstGeom>
          <a:noFill/>
          <a:ln cap="flat" cmpd="sng" w="9525">
            <a:solidFill>
              <a:schemeClr val="lt2"/>
            </a:solidFill>
            <a:prstDash val="solid"/>
            <a:round/>
            <a:headEnd len="sm" w="sm" type="none"/>
            <a:tailEnd len="sm" w="sm" type="none"/>
          </a:ln>
        </p:spPr>
      </p:pic>
      <p:sp>
        <p:nvSpPr>
          <p:cNvPr id="1354" name="Google Shape;1354;p116"/>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55" name="Google Shape;1355;p116"/>
          <p:cNvSpPr txBox="1"/>
          <p:nvPr>
            <p:ph idx="12" type="sldNum"/>
          </p:nvPr>
        </p:nvSpPr>
        <p:spPr>
          <a:xfrm>
            <a:off x="8544100" y="4868525"/>
            <a:ext cx="548700" cy="234000"/>
          </a:xfrm>
          <a:prstGeom prst="rect">
            <a:avLst/>
          </a:prstGeom>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sz="900">
                <a:solidFill>
                  <a:schemeClr val="dk1"/>
                </a:solidFill>
              </a:rPr>
              <a:t>‹#›</a:t>
            </a:fld>
            <a:endParaRPr sz="900">
              <a:solidFill>
                <a:schemeClr val="dk1"/>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59" name="Shape 1359"/>
        <p:cNvGrpSpPr/>
        <p:nvPr/>
      </p:nvGrpSpPr>
      <p:grpSpPr>
        <a:xfrm>
          <a:off x="0" y="0"/>
          <a:ext cx="0" cy="0"/>
          <a:chOff x="0" y="0"/>
          <a:chExt cx="0" cy="0"/>
        </a:xfrm>
      </p:grpSpPr>
      <p:sp>
        <p:nvSpPr>
          <p:cNvPr id="1360" name="Google Shape;1360;p117"/>
          <p:cNvSpPr txBox="1"/>
          <p:nvPr>
            <p:ph type="title"/>
          </p:nvPr>
        </p:nvSpPr>
        <p:spPr>
          <a:xfrm>
            <a:off x="275990" y="83575"/>
            <a:ext cx="8049900" cy="858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Our Dataset</a:t>
            </a:r>
            <a:endParaRPr/>
          </a:p>
        </p:txBody>
      </p:sp>
      <p:sp>
        <p:nvSpPr>
          <p:cNvPr id="1361" name="Google Shape;1361;p117"/>
          <p:cNvSpPr txBox="1"/>
          <p:nvPr>
            <p:ph idx="4" type="subTitle"/>
          </p:nvPr>
        </p:nvSpPr>
        <p:spPr>
          <a:xfrm>
            <a:off x="5712600" y="4290612"/>
            <a:ext cx="2613300" cy="5439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1362" name="Google Shape;1362;p117"/>
          <p:cNvSpPr txBox="1"/>
          <p:nvPr>
            <p:ph idx="6" type="subTitle"/>
          </p:nvPr>
        </p:nvSpPr>
        <p:spPr>
          <a:xfrm>
            <a:off x="5712600" y="1318375"/>
            <a:ext cx="2613300" cy="4830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pic>
        <p:nvPicPr>
          <p:cNvPr id="1363" name="Google Shape;1363;p117"/>
          <p:cNvPicPr preferRelativeResize="0"/>
          <p:nvPr/>
        </p:nvPicPr>
        <p:blipFill>
          <a:blip r:embed="rId3">
            <a:alphaModFix/>
          </a:blip>
          <a:stretch>
            <a:fillRect/>
          </a:stretch>
        </p:blipFill>
        <p:spPr>
          <a:xfrm>
            <a:off x="175275" y="1066100"/>
            <a:ext cx="4406612" cy="3713849"/>
          </a:xfrm>
          <a:prstGeom prst="rect">
            <a:avLst/>
          </a:prstGeom>
          <a:noFill/>
          <a:ln>
            <a:noFill/>
          </a:ln>
        </p:spPr>
      </p:pic>
      <p:pic>
        <p:nvPicPr>
          <p:cNvPr id="1364" name="Google Shape;1364;p117"/>
          <p:cNvPicPr preferRelativeResize="0"/>
          <p:nvPr/>
        </p:nvPicPr>
        <p:blipFill>
          <a:blip r:embed="rId4">
            <a:alphaModFix/>
          </a:blip>
          <a:stretch>
            <a:fillRect/>
          </a:stretch>
        </p:blipFill>
        <p:spPr>
          <a:xfrm>
            <a:off x="4738888" y="1066099"/>
            <a:ext cx="4229824" cy="3713850"/>
          </a:xfrm>
          <a:prstGeom prst="rect">
            <a:avLst/>
          </a:prstGeom>
          <a:noFill/>
          <a:ln>
            <a:noFill/>
          </a:ln>
        </p:spPr>
      </p:pic>
      <p:sp>
        <p:nvSpPr>
          <p:cNvPr id="1365" name="Google Shape;1365;p117"/>
          <p:cNvSpPr txBox="1"/>
          <p:nvPr>
            <p:ph idx="12" type="sldNum"/>
          </p:nvPr>
        </p:nvSpPr>
        <p:spPr>
          <a:xfrm>
            <a:off x="8420000" y="4779950"/>
            <a:ext cx="548700" cy="234000"/>
          </a:xfrm>
          <a:prstGeom prst="rect">
            <a:avLst/>
          </a:prstGeom>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sz="900">
                <a:solidFill>
                  <a:schemeClr val="dk1"/>
                </a:solidFill>
              </a:rPr>
              <a:t>‹#›</a:t>
            </a:fld>
            <a:endParaRPr sz="900">
              <a:solidFill>
                <a:schemeClr val="dk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69" name="Shape 1369"/>
        <p:cNvGrpSpPr/>
        <p:nvPr/>
      </p:nvGrpSpPr>
      <p:grpSpPr>
        <a:xfrm>
          <a:off x="0" y="0"/>
          <a:ext cx="0" cy="0"/>
          <a:chOff x="0" y="0"/>
          <a:chExt cx="0" cy="0"/>
        </a:xfrm>
      </p:grpSpPr>
      <p:sp>
        <p:nvSpPr>
          <p:cNvPr id="1370" name="Google Shape;1370;p118"/>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71" name="Google Shape;1371;p118"/>
          <p:cNvSpPr txBox="1"/>
          <p:nvPr>
            <p:ph idx="4" type="subTitle"/>
          </p:nvPr>
        </p:nvSpPr>
        <p:spPr>
          <a:xfrm>
            <a:off x="361975" y="716822"/>
            <a:ext cx="4163100" cy="124800"/>
          </a:xfrm>
          <a:prstGeom prst="rect">
            <a:avLst/>
          </a:prstGeom>
        </p:spPr>
        <p:txBody>
          <a:bodyPr anchorCtr="0" anchor="t" bIns="0" lIns="0" spcFirstLastPara="1" rIns="0" wrap="square" tIns="0">
            <a:noAutofit/>
          </a:bodyPr>
          <a:lstStyle/>
          <a:p>
            <a:pPr indent="0" lvl="0" marL="0" rtl="0" algn="l">
              <a:lnSpc>
                <a:spcPct val="90000"/>
              </a:lnSpc>
              <a:spcBef>
                <a:spcPts val="0"/>
              </a:spcBef>
              <a:spcAft>
                <a:spcPts val="0"/>
              </a:spcAft>
              <a:buNone/>
            </a:pPr>
            <a:r>
              <a:rPr lang="en" sz="900"/>
              <a:t>Large Language Models</a:t>
            </a:r>
            <a:endParaRPr sz="900"/>
          </a:p>
        </p:txBody>
      </p:sp>
      <p:pic>
        <p:nvPicPr>
          <p:cNvPr id="1372" name="Google Shape;1372;p118"/>
          <p:cNvPicPr preferRelativeResize="0"/>
          <p:nvPr/>
        </p:nvPicPr>
        <p:blipFill>
          <a:blip r:embed="rId3">
            <a:alphaModFix/>
          </a:blip>
          <a:stretch>
            <a:fillRect/>
          </a:stretch>
        </p:blipFill>
        <p:spPr>
          <a:xfrm>
            <a:off x="3357300" y="289804"/>
            <a:ext cx="4966226" cy="4563884"/>
          </a:xfrm>
          <a:prstGeom prst="rect">
            <a:avLst/>
          </a:prstGeom>
          <a:noFill/>
          <a:ln>
            <a:noFill/>
          </a:ln>
        </p:spPr>
      </p:pic>
      <p:sp>
        <p:nvSpPr>
          <p:cNvPr id="1373" name="Google Shape;1373;p118"/>
          <p:cNvSpPr txBox="1"/>
          <p:nvPr/>
        </p:nvSpPr>
        <p:spPr>
          <a:xfrm>
            <a:off x="6898100" y="1458875"/>
            <a:ext cx="7437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chemeClr val="lt1"/>
                </a:solidFill>
                <a:latin typeface="Newsreader"/>
                <a:ea typeface="Newsreader"/>
                <a:cs typeface="Newsreader"/>
                <a:sym typeface="Newsreader"/>
              </a:rPr>
              <a:t>Apple</a:t>
            </a:r>
            <a:endParaRPr b="1" sz="1300">
              <a:solidFill>
                <a:schemeClr val="lt1"/>
              </a:solidFill>
              <a:latin typeface="Newsreader"/>
              <a:ea typeface="Newsreader"/>
              <a:cs typeface="Newsreader"/>
              <a:sym typeface="Newsreader"/>
            </a:endParaRPr>
          </a:p>
        </p:txBody>
      </p:sp>
      <p:sp>
        <p:nvSpPr>
          <p:cNvPr id="1374" name="Google Shape;1374;p118"/>
          <p:cNvSpPr txBox="1"/>
          <p:nvPr/>
        </p:nvSpPr>
        <p:spPr>
          <a:xfrm>
            <a:off x="7579825" y="1986750"/>
            <a:ext cx="7437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chemeClr val="lt1"/>
                </a:solidFill>
                <a:latin typeface="Newsreader"/>
                <a:ea typeface="Newsreader"/>
                <a:cs typeface="Newsreader"/>
                <a:sym typeface="Newsreader"/>
              </a:rPr>
              <a:t>Apple Pie</a:t>
            </a:r>
            <a:endParaRPr b="1" sz="1300">
              <a:solidFill>
                <a:schemeClr val="lt1"/>
              </a:solidFill>
              <a:latin typeface="Newsreader"/>
              <a:ea typeface="Newsreader"/>
              <a:cs typeface="Newsreader"/>
              <a:sym typeface="Newsreader"/>
            </a:endParaRPr>
          </a:p>
        </p:txBody>
      </p:sp>
      <p:sp>
        <p:nvSpPr>
          <p:cNvPr id="1375" name="Google Shape;1375;p118"/>
          <p:cNvSpPr txBox="1"/>
          <p:nvPr/>
        </p:nvSpPr>
        <p:spPr>
          <a:xfrm>
            <a:off x="279350" y="1247400"/>
            <a:ext cx="2710800" cy="877200"/>
          </a:xfrm>
          <a:prstGeom prst="rect">
            <a:avLst/>
          </a:prstGeom>
          <a:noFill/>
          <a:ln>
            <a:noFill/>
          </a:ln>
        </p:spPr>
        <p:txBody>
          <a:bodyPr anchorCtr="0" anchor="t" bIns="91425" lIns="91425" spcFirstLastPara="1" rIns="91425" wrap="square" tIns="91425">
            <a:spAutoFit/>
          </a:bodyPr>
          <a:lstStyle/>
          <a:p>
            <a:pPr indent="-323850" lvl="0" marL="457200" rtl="0" algn="l">
              <a:spcBef>
                <a:spcPts val="0"/>
              </a:spcBef>
              <a:spcAft>
                <a:spcPts val="0"/>
              </a:spcAft>
              <a:buClr>
                <a:schemeClr val="dk1"/>
              </a:buClr>
              <a:buSzPts val="1500"/>
              <a:buFont typeface="DM Sans"/>
              <a:buChar char="-"/>
            </a:pPr>
            <a:r>
              <a:rPr lang="en" sz="1500">
                <a:solidFill>
                  <a:schemeClr val="dk1"/>
                </a:solidFill>
                <a:latin typeface="DM Sans"/>
                <a:ea typeface="DM Sans"/>
                <a:cs typeface="DM Sans"/>
                <a:sym typeface="DM Sans"/>
              </a:rPr>
              <a:t>Data embedded into high dimensional vectors</a:t>
            </a:r>
            <a:endParaRPr sz="1500">
              <a:solidFill>
                <a:schemeClr val="dk1"/>
              </a:solidFill>
              <a:latin typeface="DM Sans"/>
              <a:ea typeface="DM Sans"/>
              <a:cs typeface="DM Sans"/>
              <a:sym typeface="DM Sans"/>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79" name="Shape 1379"/>
        <p:cNvGrpSpPr/>
        <p:nvPr/>
      </p:nvGrpSpPr>
      <p:grpSpPr>
        <a:xfrm>
          <a:off x="0" y="0"/>
          <a:ext cx="0" cy="0"/>
          <a:chOff x="0" y="0"/>
          <a:chExt cx="0" cy="0"/>
        </a:xfrm>
      </p:grpSpPr>
      <p:sp>
        <p:nvSpPr>
          <p:cNvPr id="1380" name="Google Shape;1380;p119"/>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81" name="Google Shape;1381;p119"/>
          <p:cNvSpPr txBox="1"/>
          <p:nvPr>
            <p:ph idx="4" type="subTitle"/>
          </p:nvPr>
        </p:nvSpPr>
        <p:spPr>
          <a:xfrm>
            <a:off x="361975" y="716822"/>
            <a:ext cx="4163100" cy="124800"/>
          </a:xfrm>
          <a:prstGeom prst="rect">
            <a:avLst/>
          </a:prstGeom>
        </p:spPr>
        <p:txBody>
          <a:bodyPr anchorCtr="0" anchor="t" bIns="0" lIns="0" spcFirstLastPara="1" rIns="0" wrap="square" tIns="0">
            <a:noAutofit/>
          </a:bodyPr>
          <a:lstStyle/>
          <a:p>
            <a:pPr indent="0" lvl="0" marL="0" rtl="0" algn="l">
              <a:lnSpc>
                <a:spcPct val="90000"/>
              </a:lnSpc>
              <a:spcBef>
                <a:spcPts val="0"/>
              </a:spcBef>
              <a:spcAft>
                <a:spcPts val="0"/>
              </a:spcAft>
              <a:buNone/>
            </a:pPr>
            <a:r>
              <a:rPr lang="en" sz="900"/>
              <a:t>Large Language Models</a:t>
            </a:r>
            <a:endParaRPr sz="900"/>
          </a:p>
        </p:txBody>
      </p:sp>
      <p:sp>
        <p:nvSpPr>
          <p:cNvPr id="1382" name="Google Shape;1382;p119"/>
          <p:cNvSpPr txBox="1"/>
          <p:nvPr/>
        </p:nvSpPr>
        <p:spPr>
          <a:xfrm>
            <a:off x="6898100" y="1458875"/>
            <a:ext cx="7437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chemeClr val="lt1"/>
                </a:solidFill>
                <a:latin typeface="Newsreader"/>
                <a:ea typeface="Newsreader"/>
                <a:cs typeface="Newsreader"/>
                <a:sym typeface="Newsreader"/>
              </a:rPr>
              <a:t>Apple</a:t>
            </a:r>
            <a:endParaRPr b="1" sz="1300">
              <a:solidFill>
                <a:schemeClr val="lt1"/>
              </a:solidFill>
              <a:latin typeface="Newsreader"/>
              <a:ea typeface="Newsreader"/>
              <a:cs typeface="Newsreader"/>
              <a:sym typeface="Newsreader"/>
            </a:endParaRPr>
          </a:p>
        </p:txBody>
      </p:sp>
      <p:sp>
        <p:nvSpPr>
          <p:cNvPr id="1383" name="Google Shape;1383;p119"/>
          <p:cNvSpPr txBox="1"/>
          <p:nvPr/>
        </p:nvSpPr>
        <p:spPr>
          <a:xfrm>
            <a:off x="7579825" y="1986750"/>
            <a:ext cx="7437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chemeClr val="lt1"/>
                </a:solidFill>
                <a:latin typeface="Newsreader"/>
                <a:ea typeface="Newsreader"/>
                <a:cs typeface="Newsreader"/>
                <a:sym typeface="Newsreader"/>
              </a:rPr>
              <a:t>Apple Pie</a:t>
            </a:r>
            <a:endParaRPr b="1" sz="1300">
              <a:solidFill>
                <a:schemeClr val="lt1"/>
              </a:solidFill>
              <a:latin typeface="Newsreader"/>
              <a:ea typeface="Newsreader"/>
              <a:cs typeface="Newsreader"/>
              <a:sym typeface="Newsreader"/>
            </a:endParaRPr>
          </a:p>
        </p:txBody>
      </p:sp>
      <p:sp>
        <p:nvSpPr>
          <p:cNvPr id="1384" name="Google Shape;1384;p119"/>
          <p:cNvSpPr txBox="1"/>
          <p:nvPr/>
        </p:nvSpPr>
        <p:spPr>
          <a:xfrm>
            <a:off x="7544725" y="1521275"/>
            <a:ext cx="16164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chemeClr val="lt1"/>
              </a:solidFill>
              <a:latin typeface="DM Sans"/>
              <a:ea typeface="DM Sans"/>
              <a:cs typeface="DM Sans"/>
              <a:sym typeface="DM Sans"/>
            </a:endParaRPr>
          </a:p>
        </p:txBody>
      </p:sp>
      <p:pic>
        <p:nvPicPr>
          <p:cNvPr id="1385" name="Google Shape;1385;p119"/>
          <p:cNvPicPr preferRelativeResize="0"/>
          <p:nvPr/>
        </p:nvPicPr>
        <p:blipFill rotWithShape="1">
          <a:blip r:embed="rId3">
            <a:alphaModFix/>
          </a:blip>
          <a:srcRect b="2095" l="0" r="0" t="0"/>
          <a:stretch/>
        </p:blipFill>
        <p:spPr>
          <a:xfrm>
            <a:off x="3423725" y="280700"/>
            <a:ext cx="4899799" cy="4638577"/>
          </a:xfrm>
          <a:prstGeom prst="rect">
            <a:avLst/>
          </a:prstGeom>
          <a:noFill/>
          <a:ln>
            <a:noFill/>
          </a:ln>
        </p:spPr>
      </p:pic>
      <p:sp>
        <p:nvSpPr>
          <p:cNvPr id="1386" name="Google Shape;1386;p119"/>
          <p:cNvSpPr txBox="1"/>
          <p:nvPr/>
        </p:nvSpPr>
        <p:spPr>
          <a:xfrm>
            <a:off x="6337050" y="1744275"/>
            <a:ext cx="7437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chemeClr val="lt1"/>
                </a:solidFill>
                <a:latin typeface="Newsreader"/>
                <a:ea typeface="Newsreader"/>
                <a:cs typeface="Newsreader"/>
                <a:sym typeface="Newsreader"/>
              </a:rPr>
              <a:t>Apple</a:t>
            </a:r>
            <a:endParaRPr b="1" sz="1300">
              <a:solidFill>
                <a:schemeClr val="lt1"/>
              </a:solidFill>
              <a:latin typeface="Newsreader"/>
              <a:ea typeface="Newsreader"/>
              <a:cs typeface="Newsreader"/>
              <a:sym typeface="Newsreader"/>
            </a:endParaRPr>
          </a:p>
        </p:txBody>
      </p:sp>
      <p:sp>
        <p:nvSpPr>
          <p:cNvPr id="1387" name="Google Shape;1387;p119"/>
          <p:cNvSpPr txBox="1"/>
          <p:nvPr/>
        </p:nvSpPr>
        <p:spPr>
          <a:xfrm>
            <a:off x="6708900" y="2307488"/>
            <a:ext cx="7437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chemeClr val="lt1"/>
                </a:solidFill>
                <a:latin typeface="Newsreader"/>
                <a:ea typeface="Newsreader"/>
                <a:cs typeface="Newsreader"/>
                <a:sym typeface="Newsreader"/>
              </a:rPr>
              <a:t>Apple Pie</a:t>
            </a:r>
            <a:endParaRPr b="1" sz="1300">
              <a:solidFill>
                <a:schemeClr val="lt1"/>
              </a:solidFill>
              <a:latin typeface="Newsreader"/>
              <a:ea typeface="Newsreader"/>
              <a:cs typeface="Newsreader"/>
              <a:sym typeface="Newsreader"/>
            </a:endParaRPr>
          </a:p>
        </p:txBody>
      </p:sp>
      <p:sp>
        <p:nvSpPr>
          <p:cNvPr id="1388" name="Google Shape;1388;p119"/>
          <p:cNvSpPr txBox="1"/>
          <p:nvPr/>
        </p:nvSpPr>
        <p:spPr>
          <a:xfrm>
            <a:off x="7641800" y="1609050"/>
            <a:ext cx="7437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chemeClr val="accent5"/>
                </a:solidFill>
                <a:latin typeface="Newsreader"/>
                <a:ea typeface="Newsreader"/>
                <a:cs typeface="Newsreader"/>
                <a:sym typeface="Newsreader"/>
              </a:rPr>
              <a:t>Pie</a:t>
            </a:r>
            <a:endParaRPr b="1" sz="1300">
              <a:solidFill>
                <a:schemeClr val="accent5"/>
              </a:solidFill>
              <a:latin typeface="Newsreader"/>
              <a:ea typeface="Newsreader"/>
              <a:cs typeface="Newsreader"/>
              <a:sym typeface="Newsreader"/>
            </a:endParaRPr>
          </a:p>
        </p:txBody>
      </p:sp>
      <p:sp>
        <p:nvSpPr>
          <p:cNvPr id="1389" name="Google Shape;1389;p119"/>
          <p:cNvSpPr txBox="1"/>
          <p:nvPr/>
        </p:nvSpPr>
        <p:spPr>
          <a:xfrm>
            <a:off x="2091375" y="2192600"/>
            <a:ext cx="5949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chemeClr val="lt1"/>
              </a:solidFill>
              <a:latin typeface="DM Sans"/>
              <a:ea typeface="DM Sans"/>
              <a:cs typeface="DM Sans"/>
              <a:sym typeface="DM Sans"/>
            </a:endParaRPr>
          </a:p>
        </p:txBody>
      </p:sp>
      <p:sp>
        <p:nvSpPr>
          <p:cNvPr id="1390" name="Google Shape;1390;p119"/>
          <p:cNvSpPr txBox="1"/>
          <p:nvPr/>
        </p:nvSpPr>
        <p:spPr>
          <a:xfrm>
            <a:off x="4694025" y="2192600"/>
            <a:ext cx="7437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chemeClr val="accent3"/>
                </a:solidFill>
                <a:latin typeface="Newsreader"/>
                <a:ea typeface="Newsreader"/>
                <a:cs typeface="Newsreader"/>
                <a:sym typeface="Newsreader"/>
              </a:rPr>
              <a:t>Car</a:t>
            </a:r>
            <a:endParaRPr b="1" sz="1300">
              <a:solidFill>
                <a:schemeClr val="accent3"/>
              </a:solidFill>
              <a:latin typeface="Newsreader"/>
              <a:ea typeface="Newsreader"/>
              <a:cs typeface="Newsreader"/>
              <a:sym typeface="Newsreader"/>
            </a:endParaRPr>
          </a:p>
        </p:txBody>
      </p:sp>
      <p:sp>
        <p:nvSpPr>
          <p:cNvPr id="1391" name="Google Shape;1391;p119"/>
          <p:cNvSpPr txBox="1"/>
          <p:nvPr/>
        </p:nvSpPr>
        <p:spPr>
          <a:xfrm>
            <a:off x="279350" y="1247400"/>
            <a:ext cx="2710800" cy="1339200"/>
          </a:xfrm>
          <a:prstGeom prst="rect">
            <a:avLst/>
          </a:prstGeom>
          <a:noFill/>
          <a:ln>
            <a:noFill/>
          </a:ln>
        </p:spPr>
        <p:txBody>
          <a:bodyPr anchorCtr="0" anchor="t" bIns="91425" lIns="91425" spcFirstLastPara="1" rIns="91425" wrap="square" tIns="91425">
            <a:spAutoFit/>
          </a:bodyPr>
          <a:lstStyle/>
          <a:p>
            <a:pPr indent="-323850" lvl="0" marL="457200" rtl="0" algn="l">
              <a:spcBef>
                <a:spcPts val="0"/>
              </a:spcBef>
              <a:spcAft>
                <a:spcPts val="0"/>
              </a:spcAft>
              <a:buClr>
                <a:schemeClr val="dk1"/>
              </a:buClr>
              <a:buSzPts val="1500"/>
              <a:buFont typeface="DM Sans"/>
              <a:buChar char="-"/>
            </a:pPr>
            <a:r>
              <a:rPr lang="en" sz="1500">
                <a:solidFill>
                  <a:schemeClr val="dk1"/>
                </a:solidFill>
                <a:latin typeface="DM Sans"/>
                <a:ea typeface="DM Sans"/>
                <a:cs typeface="DM Sans"/>
                <a:sym typeface="DM Sans"/>
              </a:rPr>
              <a:t>Vectors are related to each other by spatial proximity</a:t>
            </a:r>
            <a:endParaRPr sz="1500">
              <a:solidFill>
                <a:schemeClr val="dk1"/>
              </a:solidFill>
              <a:latin typeface="DM Sans"/>
              <a:ea typeface="DM Sans"/>
              <a:cs typeface="DM Sans"/>
              <a:sym typeface="DM Sans"/>
            </a:endParaRPr>
          </a:p>
          <a:p>
            <a:pPr indent="0" lvl="0" marL="457200" rtl="0" algn="l">
              <a:spcBef>
                <a:spcPts val="0"/>
              </a:spcBef>
              <a:spcAft>
                <a:spcPts val="0"/>
              </a:spcAft>
              <a:buNone/>
            </a:pPr>
            <a:r>
              <a:t/>
            </a:r>
            <a:endParaRPr sz="1500">
              <a:solidFill>
                <a:schemeClr val="dk1"/>
              </a:solidFill>
              <a:latin typeface="DM Sans"/>
              <a:ea typeface="DM Sans"/>
              <a:cs typeface="DM Sans"/>
              <a:sym typeface="DM Sans"/>
            </a:endParaRPr>
          </a:p>
          <a:p>
            <a:pPr indent="-323850" lvl="0" marL="457200" rtl="0" algn="l">
              <a:spcBef>
                <a:spcPts val="0"/>
              </a:spcBef>
              <a:spcAft>
                <a:spcPts val="0"/>
              </a:spcAft>
              <a:buClr>
                <a:schemeClr val="dk1"/>
              </a:buClr>
              <a:buSzPts val="1500"/>
              <a:buFont typeface="DM Sans"/>
              <a:buChar char="-"/>
            </a:pPr>
            <a:r>
              <a:rPr lang="en" sz="1500">
                <a:solidFill>
                  <a:schemeClr val="dk1"/>
                </a:solidFill>
                <a:latin typeface="DM Sans"/>
                <a:ea typeface="DM Sans"/>
                <a:cs typeface="DM Sans"/>
                <a:sym typeface="DM Sans"/>
              </a:rPr>
              <a:t>Organized in tensors</a:t>
            </a:r>
            <a:endParaRPr sz="1500">
              <a:solidFill>
                <a:schemeClr val="dk1"/>
              </a:solidFill>
              <a:latin typeface="DM Sans"/>
              <a:ea typeface="DM Sans"/>
              <a:cs typeface="DM Sans"/>
              <a:sym typeface="DM Sans"/>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95" name="Shape 1395"/>
        <p:cNvGrpSpPr/>
        <p:nvPr/>
      </p:nvGrpSpPr>
      <p:grpSpPr>
        <a:xfrm>
          <a:off x="0" y="0"/>
          <a:ext cx="0" cy="0"/>
          <a:chOff x="0" y="0"/>
          <a:chExt cx="0" cy="0"/>
        </a:xfrm>
      </p:grpSpPr>
      <p:sp>
        <p:nvSpPr>
          <p:cNvPr id="1396" name="Google Shape;1396;p120"/>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97" name="Google Shape;1397;p120"/>
          <p:cNvSpPr txBox="1"/>
          <p:nvPr>
            <p:ph idx="4" type="subTitle"/>
          </p:nvPr>
        </p:nvSpPr>
        <p:spPr>
          <a:xfrm>
            <a:off x="361975" y="716822"/>
            <a:ext cx="4163100" cy="124800"/>
          </a:xfrm>
          <a:prstGeom prst="rect">
            <a:avLst/>
          </a:prstGeom>
        </p:spPr>
        <p:txBody>
          <a:bodyPr anchorCtr="0" anchor="t" bIns="0" lIns="0" spcFirstLastPara="1" rIns="0" wrap="square" tIns="0">
            <a:noAutofit/>
          </a:bodyPr>
          <a:lstStyle/>
          <a:p>
            <a:pPr indent="0" lvl="0" marL="0" rtl="0" algn="l">
              <a:lnSpc>
                <a:spcPct val="90000"/>
              </a:lnSpc>
              <a:spcBef>
                <a:spcPts val="0"/>
              </a:spcBef>
              <a:spcAft>
                <a:spcPts val="0"/>
              </a:spcAft>
              <a:buNone/>
            </a:pPr>
            <a:r>
              <a:rPr lang="en" sz="900"/>
              <a:t>Large Language Models</a:t>
            </a:r>
            <a:endParaRPr sz="900"/>
          </a:p>
        </p:txBody>
      </p:sp>
      <p:sp>
        <p:nvSpPr>
          <p:cNvPr id="1398" name="Google Shape;1398;p120"/>
          <p:cNvSpPr txBox="1"/>
          <p:nvPr/>
        </p:nvSpPr>
        <p:spPr>
          <a:xfrm>
            <a:off x="331875" y="1046175"/>
            <a:ext cx="5949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chemeClr val="lt1"/>
              </a:solidFill>
              <a:latin typeface="DM Sans"/>
              <a:ea typeface="DM Sans"/>
              <a:cs typeface="DM Sans"/>
              <a:sym typeface="DM Sans"/>
            </a:endParaRPr>
          </a:p>
        </p:txBody>
      </p:sp>
      <p:sp>
        <p:nvSpPr>
          <p:cNvPr id="1399" name="Google Shape;1399;p120"/>
          <p:cNvSpPr txBox="1"/>
          <p:nvPr/>
        </p:nvSpPr>
        <p:spPr>
          <a:xfrm>
            <a:off x="279350" y="1023075"/>
            <a:ext cx="6611100" cy="877200"/>
          </a:xfrm>
          <a:prstGeom prst="rect">
            <a:avLst/>
          </a:prstGeom>
          <a:noFill/>
          <a:ln>
            <a:noFill/>
          </a:ln>
        </p:spPr>
        <p:txBody>
          <a:bodyPr anchorCtr="0" anchor="t" bIns="91425" lIns="91425" spcFirstLastPara="1" rIns="91425" wrap="square" tIns="91425">
            <a:spAutoFit/>
          </a:bodyPr>
          <a:lstStyle/>
          <a:p>
            <a:pPr indent="-323850" lvl="0" marL="457200" rtl="0" algn="l">
              <a:spcBef>
                <a:spcPts val="0"/>
              </a:spcBef>
              <a:spcAft>
                <a:spcPts val="0"/>
              </a:spcAft>
              <a:buClr>
                <a:schemeClr val="dk1"/>
              </a:buClr>
              <a:buSzPts val="1500"/>
              <a:buFont typeface="DM Sans"/>
              <a:buChar char="-"/>
            </a:pPr>
            <a:r>
              <a:rPr lang="en" sz="1500">
                <a:solidFill>
                  <a:schemeClr val="dk1"/>
                </a:solidFill>
                <a:latin typeface="DM Sans"/>
                <a:ea typeface="DM Sans"/>
                <a:cs typeface="DM Sans"/>
                <a:sym typeface="DM Sans"/>
              </a:rPr>
              <a:t>Interpreted by weights in a trained model</a:t>
            </a:r>
            <a:endParaRPr sz="1500">
              <a:solidFill>
                <a:schemeClr val="dk1"/>
              </a:solidFill>
              <a:latin typeface="DM Sans"/>
              <a:ea typeface="DM Sans"/>
              <a:cs typeface="DM Sans"/>
              <a:sym typeface="DM Sans"/>
            </a:endParaRPr>
          </a:p>
          <a:p>
            <a:pPr indent="0" lvl="0" marL="0" rtl="0" algn="l">
              <a:spcBef>
                <a:spcPts val="0"/>
              </a:spcBef>
              <a:spcAft>
                <a:spcPts val="0"/>
              </a:spcAft>
              <a:buNone/>
            </a:pPr>
            <a:r>
              <a:t/>
            </a:r>
            <a:endParaRPr sz="1500">
              <a:solidFill>
                <a:schemeClr val="dk1"/>
              </a:solidFill>
              <a:latin typeface="DM Sans"/>
              <a:ea typeface="DM Sans"/>
              <a:cs typeface="DM Sans"/>
              <a:sym typeface="DM Sans"/>
            </a:endParaRPr>
          </a:p>
          <a:p>
            <a:pPr indent="-323850" lvl="0" marL="457200" rtl="0" algn="l">
              <a:spcBef>
                <a:spcPts val="0"/>
              </a:spcBef>
              <a:spcAft>
                <a:spcPts val="0"/>
              </a:spcAft>
              <a:buClr>
                <a:schemeClr val="dk1"/>
              </a:buClr>
              <a:buSzPts val="1500"/>
              <a:buFont typeface="DM Sans"/>
              <a:buChar char="-"/>
            </a:pPr>
            <a:r>
              <a:rPr lang="en" sz="1500">
                <a:solidFill>
                  <a:schemeClr val="dk1"/>
                </a:solidFill>
                <a:latin typeface="DM Sans"/>
                <a:ea typeface="DM Sans"/>
                <a:cs typeface="DM Sans"/>
                <a:sym typeface="DM Sans"/>
              </a:rPr>
              <a:t>Our output will “clusters” of genomic data</a:t>
            </a:r>
            <a:endParaRPr sz="1500">
              <a:solidFill>
                <a:schemeClr val="dk1"/>
              </a:solidFill>
              <a:latin typeface="DM Sans"/>
              <a:ea typeface="DM Sans"/>
              <a:cs typeface="DM Sans"/>
              <a:sym typeface="DM Sans"/>
            </a:endParaRPr>
          </a:p>
        </p:txBody>
      </p:sp>
      <p:sp>
        <p:nvSpPr>
          <p:cNvPr id="1400" name="Google Shape;1400;p120"/>
          <p:cNvSpPr/>
          <p:nvPr/>
        </p:nvSpPr>
        <p:spPr>
          <a:xfrm>
            <a:off x="279350" y="2021925"/>
            <a:ext cx="4578600" cy="2571900"/>
          </a:xfrm>
          <a:prstGeom prst="rect">
            <a:avLst/>
          </a:prstGeom>
          <a:solidFill>
            <a:srgbClr val="A6DA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9F9F9"/>
              </a:solidFill>
              <a:latin typeface="DM Sans"/>
              <a:ea typeface="DM Sans"/>
              <a:cs typeface="DM Sans"/>
              <a:sym typeface="DM Sans"/>
            </a:endParaRPr>
          </a:p>
        </p:txBody>
      </p:sp>
      <p:sp>
        <p:nvSpPr>
          <p:cNvPr id="1401" name="Google Shape;1401;p120"/>
          <p:cNvSpPr/>
          <p:nvPr/>
        </p:nvSpPr>
        <p:spPr>
          <a:xfrm>
            <a:off x="1332913" y="2899725"/>
            <a:ext cx="275100" cy="265200"/>
          </a:xfrm>
          <a:prstGeom prst="flowChartConnector">
            <a:avLst/>
          </a:prstGeom>
          <a:solidFill>
            <a:srgbClr val="799DA7"/>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402" name="Google Shape;1402;p120"/>
          <p:cNvSpPr/>
          <p:nvPr/>
        </p:nvSpPr>
        <p:spPr>
          <a:xfrm>
            <a:off x="1332913" y="3318825"/>
            <a:ext cx="275100" cy="265200"/>
          </a:xfrm>
          <a:prstGeom prst="flowChartConnector">
            <a:avLst/>
          </a:prstGeom>
          <a:solidFill>
            <a:srgbClr val="799DA7"/>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403" name="Google Shape;1403;p120"/>
          <p:cNvSpPr/>
          <p:nvPr/>
        </p:nvSpPr>
        <p:spPr>
          <a:xfrm>
            <a:off x="1332913" y="3737925"/>
            <a:ext cx="275100" cy="265200"/>
          </a:xfrm>
          <a:prstGeom prst="flowChartConnector">
            <a:avLst/>
          </a:prstGeom>
          <a:solidFill>
            <a:srgbClr val="799DA7"/>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404" name="Google Shape;1404;p120"/>
          <p:cNvSpPr/>
          <p:nvPr/>
        </p:nvSpPr>
        <p:spPr>
          <a:xfrm>
            <a:off x="2025788" y="3318825"/>
            <a:ext cx="275100" cy="265200"/>
          </a:xfrm>
          <a:prstGeom prst="flowChartConnector">
            <a:avLst/>
          </a:prstGeom>
          <a:solidFill>
            <a:srgbClr val="799DA7"/>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405" name="Google Shape;1405;p120"/>
          <p:cNvSpPr/>
          <p:nvPr/>
        </p:nvSpPr>
        <p:spPr>
          <a:xfrm>
            <a:off x="2025788" y="3699825"/>
            <a:ext cx="275100" cy="265200"/>
          </a:xfrm>
          <a:prstGeom prst="flowChartConnector">
            <a:avLst/>
          </a:prstGeom>
          <a:solidFill>
            <a:srgbClr val="799DA7"/>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406" name="Google Shape;1406;p120"/>
          <p:cNvSpPr/>
          <p:nvPr/>
        </p:nvSpPr>
        <p:spPr>
          <a:xfrm>
            <a:off x="2025788" y="2556825"/>
            <a:ext cx="275100" cy="265200"/>
          </a:xfrm>
          <a:prstGeom prst="flowChartConnector">
            <a:avLst/>
          </a:prstGeom>
          <a:solidFill>
            <a:srgbClr val="799DA7"/>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407" name="Google Shape;1407;p120"/>
          <p:cNvSpPr/>
          <p:nvPr/>
        </p:nvSpPr>
        <p:spPr>
          <a:xfrm>
            <a:off x="2025788" y="2937825"/>
            <a:ext cx="275100" cy="265200"/>
          </a:xfrm>
          <a:prstGeom prst="flowChartConnector">
            <a:avLst/>
          </a:prstGeom>
          <a:solidFill>
            <a:srgbClr val="799DA7"/>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408" name="Google Shape;1408;p120"/>
          <p:cNvSpPr/>
          <p:nvPr/>
        </p:nvSpPr>
        <p:spPr>
          <a:xfrm>
            <a:off x="2025788" y="4080825"/>
            <a:ext cx="275100" cy="265200"/>
          </a:xfrm>
          <a:prstGeom prst="flowChartConnector">
            <a:avLst/>
          </a:prstGeom>
          <a:solidFill>
            <a:srgbClr val="799DA7"/>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409" name="Google Shape;1409;p120"/>
          <p:cNvSpPr/>
          <p:nvPr/>
        </p:nvSpPr>
        <p:spPr>
          <a:xfrm>
            <a:off x="2836363" y="3318825"/>
            <a:ext cx="275100" cy="265200"/>
          </a:xfrm>
          <a:prstGeom prst="flowChartConnector">
            <a:avLst/>
          </a:prstGeom>
          <a:solidFill>
            <a:srgbClr val="799DA7"/>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410" name="Google Shape;1410;p120"/>
          <p:cNvSpPr/>
          <p:nvPr/>
        </p:nvSpPr>
        <p:spPr>
          <a:xfrm>
            <a:off x="2836363" y="3699825"/>
            <a:ext cx="275100" cy="265200"/>
          </a:xfrm>
          <a:prstGeom prst="flowChartConnector">
            <a:avLst/>
          </a:prstGeom>
          <a:solidFill>
            <a:srgbClr val="799DA7"/>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411" name="Google Shape;1411;p120"/>
          <p:cNvSpPr/>
          <p:nvPr/>
        </p:nvSpPr>
        <p:spPr>
          <a:xfrm>
            <a:off x="2836363" y="2556825"/>
            <a:ext cx="275100" cy="265200"/>
          </a:xfrm>
          <a:prstGeom prst="flowChartConnector">
            <a:avLst/>
          </a:prstGeom>
          <a:solidFill>
            <a:srgbClr val="799DA7"/>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412" name="Google Shape;1412;p120"/>
          <p:cNvSpPr/>
          <p:nvPr/>
        </p:nvSpPr>
        <p:spPr>
          <a:xfrm>
            <a:off x="2836363" y="2937825"/>
            <a:ext cx="275100" cy="265200"/>
          </a:xfrm>
          <a:prstGeom prst="flowChartConnector">
            <a:avLst/>
          </a:prstGeom>
          <a:solidFill>
            <a:srgbClr val="799DA7"/>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413" name="Google Shape;1413;p120"/>
          <p:cNvSpPr/>
          <p:nvPr/>
        </p:nvSpPr>
        <p:spPr>
          <a:xfrm>
            <a:off x="2836363" y="4080825"/>
            <a:ext cx="275100" cy="265200"/>
          </a:xfrm>
          <a:prstGeom prst="flowChartConnector">
            <a:avLst/>
          </a:prstGeom>
          <a:solidFill>
            <a:srgbClr val="799DA7"/>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414" name="Google Shape;1414;p120"/>
          <p:cNvSpPr/>
          <p:nvPr/>
        </p:nvSpPr>
        <p:spPr>
          <a:xfrm>
            <a:off x="3510925" y="2899725"/>
            <a:ext cx="275100" cy="265200"/>
          </a:xfrm>
          <a:prstGeom prst="flowChartConnector">
            <a:avLst/>
          </a:prstGeom>
          <a:solidFill>
            <a:srgbClr val="799DA7"/>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415" name="Google Shape;1415;p120"/>
          <p:cNvSpPr/>
          <p:nvPr/>
        </p:nvSpPr>
        <p:spPr>
          <a:xfrm>
            <a:off x="3510925" y="3318825"/>
            <a:ext cx="275100" cy="265200"/>
          </a:xfrm>
          <a:prstGeom prst="flowChartConnector">
            <a:avLst/>
          </a:prstGeom>
          <a:solidFill>
            <a:srgbClr val="799DA7"/>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416" name="Google Shape;1416;p120"/>
          <p:cNvSpPr/>
          <p:nvPr/>
        </p:nvSpPr>
        <p:spPr>
          <a:xfrm>
            <a:off x="3510925" y="3737925"/>
            <a:ext cx="275100" cy="265200"/>
          </a:xfrm>
          <a:prstGeom prst="flowChartConnector">
            <a:avLst/>
          </a:prstGeom>
          <a:solidFill>
            <a:srgbClr val="799DA7"/>
          </a:solid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1417" name="Google Shape;1417;p120"/>
          <p:cNvCxnSpPr>
            <a:stCxn id="1401" idx="6"/>
            <a:endCxn id="1406" idx="2"/>
          </p:cNvCxnSpPr>
          <p:nvPr/>
        </p:nvCxnSpPr>
        <p:spPr>
          <a:xfrm flipH="1" rot="10800000">
            <a:off x="1608013" y="2689425"/>
            <a:ext cx="417900" cy="342900"/>
          </a:xfrm>
          <a:prstGeom prst="straightConnector1">
            <a:avLst/>
          </a:prstGeom>
          <a:noFill/>
          <a:ln cap="flat" cmpd="sng" w="19050">
            <a:solidFill>
              <a:srgbClr val="20494D"/>
            </a:solidFill>
            <a:prstDash val="solid"/>
            <a:round/>
            <a:headEnd len="med" w="med" type="none"/>
            <a:tailEnd len="med" w="med" type="none"/>
          </a:ln>
        </p:spPr>
      </p:cxnSp>
      <p:cxnSp>
        <p:nvCxnSpPr>
          <p:cNvPr id="1418" name="Google Shape;1418;p120"/>
          <p:cNvCxnSpPr>
            <a:stCxn id="1401" idx="6"/>
            <a:endCxn id="1407" idx="2"/>
          </p:cNvCxnSpPr>
          <p:nvPr/>
        </p:nvCxnSpPr>
        <p:spPr>
          <a:xfrm>
            <a:off x="1608013" y="3032325"/>
            <a:ext cx="417900" cy="38100"/>
          </a:xfrm>
          <a:prstGeom prst="straightConnector1">
            <a:avLst/>
          </a:prstGeom>
          <a:noFill/>
          <a:ln cap="flat" cmpd="sng" w="19050">
            <a:solidFill>
              <a:srgbClr val="20494D"/>
            </a:solidFill>
            <a:prstDash val="solid"/>
            <a:round/>
            <a:headEnd len="med" w="med" type="none"/>
            <a:tailEnd len="med" w="med" type="none"/>
          </a:ln>
        </p:spPr>
      </p:cxnSp>
      <p:cxnSp>
        <p:nvCxnSpPr>
          <p:cNvPr id="1419" name="Google Shape;1419;p120"/>
          <p:cNvCxnSpPr>
            <a:stCxn id="1401" idx="6"/>
            <a:endCxn id="1404" idx="2"/>
          </p:cNvCxnSpPr>
          <p:nvPr/>
        </p:nvCxnSpPr>
        <p:spPr>
          <a:xfrm>
            <a:off x="1608013" y="3032325"/>
            <a:ext cx="417900" cy="419100"/>
          </a:xfrm>
          <a:prstGeom prst="straightConnector1">
            <a:avLst/>
          </a:prstGeom>
          <a:noFill/>
          <a:ln cap="flat" cmpd="sng" w="19050">
            <a:solidFill>
              <a:srgbClr val="20494D"/>
            </a:solidFill>
            <a:prstDash val="solid"/>
            <a:round/>
            <a:headEnd len="med" w="med" type="none"/>
            <a:tailEnd len="med" w="med" type="none"/>
          </a:ln>
        </p:spPr>
      </p:cxnSp>
      <p:cxnSp>
        <p:nvCxnSpPr>
          <p:cNvPr id="1420" name="Google Shape;1420;p120"/>
          <p:cNvCxnSpPr>
            <a:stCxn id="1401" idx="6"/>
            <a:endCxn id="1405" idx="2"/>
          </p:cNvCxnSpPr>
          <p:nvPr/>
        </p:nvCxnSpPr>
        <p:spPr>
          <a:xfrm>
            <a:off x="1608013" y="3032325"/>
            <a:ext cx="417900" cy="800100"/>
          </a:xfrm>
          <a:prstGeom prst="straightConnector1">
            <a:avLst/>
          </a:prstGeom>
          <a:noFill/>
          <a:ln cap="flat" cmpd="sng" w="19050">
            <a:solidFill>
              <a:srgbClr val="20494D"/>
            </a:solidFill>
            <a:prstDash val="solid"/>
            <a:round/>
            <a:headEnd len="med" w="med" type="none"/>
            <a:tailEnd len="med" w="med" type="none"/>
          </a:ln>
        </p:spPr>
      </p:cxnSp>
      <p:cxnSp>
        <p:nvCxnSpPr>
          <p:cNvPr id="1421" name="Google Shape;1421;p120"/>
          <p:cNvCxnSpPr>
            <a:stCxn id="1402" idx="6"/>
            <a:endCxn id="1407" idx="2"/>
          </p:cNvCxnSpPr>
          <p:nvPr/>
        </p:nvCxnSpPr>
        <p:spPr>
          <a:xfrm flipH="1" rot="10800000">
            <a:off x="1608013" y="3070425"/>
            <a:ext cx="417900" cy="381000"/>
          </a:xfrm>
          <a:prstGeom prst="straightConnector1">
            <a:avLst/>
          </a:prstGeom>
          <a:noFill/>
          <a:ln cap="flat" cmpd="sng" w="19050">
            <a:solidFill>
              <a:srgbClr val="20494D"/>
            </a:solidFill>
            <a:prstDash val="solid"/>
            <a:round/>
            <a:headEnd len="med" w="med" type="none"/>
            <a:tailEnd len="med" w="med" type="none"/>
          </a:ln>
        </p:spPr>
      </p:cxnSp>
      <p:cxnSp>
        <p:nvCxnSpPr>
          <p:cNvPr id="1422" name="Google Shape;1422;p120"/>
          <p:cNvCxnSpPr>
            <a:stCxn id="1402" idx="6"/>
            <a:endCxn id="1404" idx="2"/>
          </p:cNvCxnSpPr>
          <p:nvPr/>
        </p:nvCxnSpPr>
        <p:spPr>
          <a:xfrm>
            <a:off x="1608013" y="3451425"/>
            <a:ext cx="417900" cy="0"/>
          </a:xfrm>
          <a:prstGeom prst="straightConnector1">
            <a:avLst/>
          </a:prstGeom>
          <a:noFill/>
          <a:ln cap="flat" cmpd="sng" w="19050">
            <a:solidFill>
              <a:srgbClr val="20494D"/>
            </a:solidFill>
            <a:prstDash val="solid"/>
            <a:round/>
            <a:headEnd len="med" w="med" type="none"/>
            <a:tailEnd len="med" w="med" type="none"/>
          </a:ln>
        </p:spPr>
      </p:cxnSp>
      <p:cxnSp>
        <p:nvCxnSpPr>
          <p:cNvPr id="1423" name="Google Shape;1423;p120"/>
          <p:cNvCxnSpPr>
            <a:stCxn id="1402" idx="6"/>
            <a:endCxn id="1405" idx="2"/>
          </p:cNvCxnSpPr>
          <p:nvPr/>
        </p:nvCxnSpPr>
        <p:spPr>
          <a:xfrm>
            <a:off x="1608013" y="3451425"/>
            <a:ext cx="417900" cy="381000"/>
          </a:xfrm>
          <a:prstGeom prst="straightConnector1">
            <a:avLst/>
          </a:prstGeom>
          <a:noFill/>
          <a:ln cap="flat" cmpd="sng" w="19050">
            <a:solidFill>
              <a:srgbClr val="20494D"/>
            </a:solidFill>
            <a:prstDash val="solid"/>
            <a:round/>
            <a:headEnd len="med" w="med" type="none"/>
            <a:tailEnd len="med" w="med" type="none"/>
          </a:ln>
        </p:spPr>
      </p:cxnSp>
      <p:cxnSp>
        <p:nvCxnSpPr>
          <p:cNvPr id="1424" name="Google Shape;1424;p120"/>
          <p:cNvCxnSpPr>
            <a:stCxn id="1403" idx="6"/>
            <a:endCxn id="1407" idx="2"/>
          </p:cNvCxnSpPr>
          <p:nvPr/>
        </p:nvCxnSpPr>
        <p:spPr>
          <a:xfrm flipH="1" rot="10800000">
            <a:off x="1608013" y="3070425"/>
            <a:ext cx="417900" cy="800100"/>
          </a:xfrm>
          <a:prstGeom prst="straightConnector1">
            <a:avLst/>
          </a:prstGeom>
          <a:noFill/>
          <a:ln cap="flat" cmpd="sng" w="19050">
            <a:solidFill>
              <a:srgbClr val="20494D"/>
            </a:solidFill>
            <a:prstDash val="solid"/>
            <a:round/>
            <a:headEnd len="med" w="med" type="none"/>
            <a:tailEnd len="med" w="med" type="none"/>
          </a:ln>
        </p:spPr>
      </p:cxnSp>
      <p:cxnSp>
        <p:nvCxnSpPr>
          <p:cNvPr id="1425" name="Google Shape;1425;p120"/>
          <p:cNvCxnSpPr>
            <a:stCxn id="1403" idx="6"/>
            <a:endCxn id="1404" idx="2"/>
          </p:cNvCxnSpPr>
          <p:nvPr/>
        </p:nvCxnSpPr>
        <p:spPr>
          <a:xfrm flipH="1" rot="10800000">
            <a:off x="1608013" y="3451425"/>
            <a:ext cx="417900" cy="419100"/>
          </a:xfrm>
          <a:prstGeom prst="straightConnector1">
            <a:avLst/>
          </a:prstGeom>
          <a:noFill/>
          <a:ln cap="flat" cmpd="sng" w="19050">
            <a:solidFill>
              <a:srgbClr val="20494D"/>
            </a:solidFill>
            <a:prstDash val="solid"/>
            <a:round/>
            <a:headEnd len="med" w="med" type="none"/>
            <a:tailEnd len="med" w="med" type="none"/>
          </a:ln>
        </p:spPr>
      </p:cxnSp>
      <p:cxnSp>
        <p:nvCxnSpPr>
          <p:cNvPr id="1426" name="Google Shape;1426;p120"/>
          <p:cNvCxnSpPr>
            <a:stCxn id="1403" idx="6"/>
            <a:endCxn id="1405" idx="2"/>
          </p:cNvCxnSpPr>
          <p:nvPr/>
        </p:nvCxnSpPr>
        <p:spPr>
          <a:xfrm flipH="1" rot="10800000">
            <a:off x="1608013" y="3832425"/>
            <a:ext cx="417900" cy="38100"/>
          </a:xfrm>
          <a:prstGeom prst="straightConnector1">
            <a:avLst/>
          </a:prstGeom>
          <a:noFill/>
          <a:ln cap="flat" cmpd="sng" w="19050">
            <a:solidFill>
              <a:srgbClr val="20494D"/>
            </a:solidFill>
            <a:prstDash val="solid"/>
            <a:round/>
            <a:headEnd len="med" w="med" type="none"/>
            <a:tailEnd len="med" w="med" type="none"/>
          </a:ln>
        </p:spPr>
      </p:cxnSp>
      <p:cxnSp>
        <p:nvCxnSpPr>
          <p:cNvPr id="1427" name="Google Shape;1427;p120"/>
          <p:cNvCxnSpPr>
            <a:stCxn id="1403" idx="6"/>
            <a:endCxn id="1408" idx="2"/>
          </p:cNvCxnSpPr>
          <p:nvPr/>
        </p:nvCxnSpPr>
        <p:spPr>
          <a:xfrm>
            <a:off x="1608013" y="3870525"/>
            <a:ext cx="417900" cy="342900"/>
          </a:xfrm>
          <a:prstGeom prst="straightConnector1">
            <a:avLst/>
          </a:prstGeom>
          <a:noFill/>
          <a:ln cap="flat" cmpd="sng" w="19050">
            <a:solidFill>
              <a:srgbClr val="20494D"/>
            </a:solidFill>
            <a:prstDash val="solid"/>
            <a:round/>
            <a:headEnd len="med" w="med" type="none"/>
            <a:tailEnd len="med" w="med" type="none"/>
          </a:ln>
        </p:spPr>
      </p:cxnSp>
      <p:cxnSp>
        <p:nvCxnSpPr>
          <p:cNvPr id="1428" name="Google Shape;1428;p120"/>
          <p:cNvCxnSpPr>
            <a:stCxn id="1402" idx="6"/>
            <a:endCxn id="1406" idx="2"/>
          </p:cNvCxnSpPr>
          <p:nvPr/>
        </p:nvCxnSpPr>
        <p:spPr>
          <a:xfrm flipH="1" rot="10800000">
            <a:off x="1608013" y="2689425"/>
            <a:ext cx="417900" cy="762000"/>
          </a:xfrm>
          <a:prstGeom prst="straightConnector1">
            <a:avLst/>
          </a:prstGeom>
          <a:noFill/>
          <a:ln cap="flat" cmpd="sng" w="19050">
            <a:solidFill>
              <a:srgbClr val="20494D"/>
            </a:solidFill>
            <a:prstDash val="solid"/>
            <a:round/>
            <a:headEnd len="med" w="med" type="none"/>
            <a:tailEnd len="med" w="med" type="none"/>
          </a:ln>
        </p:spPr>
      </p:cxnSp>
      <p:cxnSp>
        <p:nvCxnSpPr>
          <p:cNvPr id="1429" name="Google Shape;1429;p120"/>
          <p:cNvCxnSpPr>
            <a:stCxn id="1402" idx="6"/>
            <a:endCxn id="1408" idx="2"/>
          </p:cNvCxnSpPr>
          <p:nvPr/>
        </p:nvCxnSpPr>
        <p:spPr>
          <a:xfrm>
            <a:off x="1608013" y="3451425"/>
            <a:ext cx="417900" cy="762000"/>
          </a:xfrm>
          <a:prstGeom prst="straightConnector1">
            <a:avLst/>
          </a:prstGeom>
          <a:noFill/>
          <a:ln cap="flat" cmpd="sng" w="19050">
            <a:solidFill>
              <a:srgbClr val="20494D"/>
            </a:solidFill>
            <a:prstDash val="solid"/>
            <a:round/>
            <a:headEnd len="med" w="med" type="none"/>
            <a:tailEnd len="med" w="med" type="none"/>
          </a:ln>
        </p:spPr>
      </p:cxnSp>
      <p:cxnSp>
        <p:nvCxnSpPr>
          <p:cNvPr id="1430" name="Google Shape;1430;p120"/>
          <p:cNvCxnSpPr>
            <a:stCxn id="1414" idx="2"/>
            <a:endCxn id="1411" idx="6"/>
          </p:cNvCxnSpPr>
          <p:nvPr/>
        </p:nvCxnSpPr>
        <p:spPr>
          <a:xfrm rot="10800000">
            <a:off x="3111325" y="2689425"/>
            <a:ext cx="399600" cy="342900"/>
          </a:xfrm>
          <a:prstGeom prst="straightConnector1">
            <a:avLst/>
          </a:prstGeom>
          <a:noFill/>
          <a:ln cap="flat" cmpd="sng" w="19050">
            <a:solidFill>
              <a:srgbClr val="20494D"/>
            </a:solidFill>
            <a:prstDash val="solid"/>
            <a:round/>
            <a:headEnd len="med" w="med" type="none"/>
            <a:tailEnd len="med" w="med" type="none"/>
          </a:ln>
        </p:spPr>
      </p:cxnSp>
      <p:cxnSp>
        <p:nvCxnSpPr>
          <p:cNvPr id="1431" name="Google Shape;1431;p120"/>
          <p:cNvCxnSpPr>
            <a:stCxn id="1414" idx="2"/>
            <a:endCxn id="1412" idx="6"/>
          </p:cNvCxnSpPr>
          <p:nvPr/>
        </p:nvCxnSpPr>
        <p:spPr>
          <a:xfrm flipH="1">
            <a:off x="3111325" y="3032325"/>
            <a:ext cx="399600" cy="38100"/>
          </a:xfrm>
          <a:prstGeom prst="straightConnector1">
            <a:avLst/>
          </a:prstGeom>
          <a:noFill/>
          <a:ln cap="flat" cmpd="sng" w="19050">
            <a:solidFill>
              <a:srgbClr val="20494D"/>
            </a:solidFill>
            <a:prstDash val="solid"/>
            <a:round/>
            <a:headEnd len="med" w="med" type="none"/>
            <a:tailEnd len="med" w="med" type="none"/>
          </a:ln>
        </p:spPr>
      </p:cxnSp>
      <p:cxnSp>
        <p:nvCxnSpPr>
          <p:cNvPr id="1432" name="Google Shape;1432;p120"/>
          <p:cNvCxnSpPr>
            <a:stCxn id="1414" idx="2"/>
            <a:endCxn id="1409" idx="6"/>
          </p:cNvCxnSpPr>
          <p:nvPr/>
        </p:nvCxnSpPr>
        <p:spPr>
          <a:xfrm flipH="1">
            <a:off x="3111325" y="3032325"/>
            <a:ext cx="399600" cy="419100"/>
          </a:xfrm>
          <a:prstGeom prst="straightConnector1">
            <a:avLst/>
          </a:prstGeom>
          <a:noFill/>
          <a:ln cap="flat" cmpd="sng" w="19050">
            <a:solidFill>
              <a:srgbClr val="20494D"/>
            </a:solidFill>
            <a:prstDash val="solid"/>
            <a:round/>
            <a:headEnd len="med" w="med" type="none"/>
            <a:tailEnd len="med" w="med" type="none"/>
          </a:ln>
        </p:spPr>
      </p:cxnSp>
      <p:cxnSp>
        <p:nvCxnSpPr>
          <p:cNvPr id="1433" name="Google Shape;1433;p120"/>
          <p:cNvCxnSpPr>
            <a:stCxn id="1414" idx="2"/>
            <a:endCxn id="1410" idx="6"/>
          </p:cNvCxnSpPr>
          <p:nvPr/>
        </p:nvCxnSpPr>
        <p:spPr>
          <a:xfrm flipH="1">
            <a:off x="3111325" y="3032325"/>
            <a:ext cx="399600" cy="800100"/>
          </a:xfrm>
          <a:prstGeom prst="straightConnector1">
            <a:avLst/>
          </a:prstGeom>
          <a:noFill/>
          <a:ln cap="flat" cmpd="sng" w="19050">
            <a:solidFill>
              <a:srgbClr val="20494D"/>
            </a:solidFill>
            <a:prstDash val="solid"/>
            <a:round/>
            <a:headEnd len="med" w="med" type="none"/>
            <a:tailEnd len="med" w="med" type="none"/>
          </a:ln>
        </p:spPr>
      </p:cxnSp>
      <p:cxnSp>
        <p:nvCxnSpPr>
          <p:cNvPr id="1434" name="Google Shape;1434;p120"/>
          <p:cNvCxnSpPr>
            <a:stCxn id="1415" idx="2"/>
            <a:endCxn id="1411" idx="6"/>
          </p:cNvCxnSpPr>
          <p:nvPr/>
        </p:nvCxnSpPr>
        <p:spPr>
          <a:xfrm rot="10800000">
            <a:off x="3111325" y="2689425"/>
            <a:ext cx="399600" cy="762000"/>
          </a:xfrm>
          <a:prstGeom prst="straightConnector1">
            <a:avLst/>
          </a:prstGeom>
          <a:noFill/>
          <a:ln cap="flat" cmpd="sng" w="19050">
            <a:solidFill>
              <a:srgbClr val="20494D"/>
            </a:solidFill>
            <a:prstDash val="solid"/>
            <a:round/>
            <a:headEnd len="med" w="med" type="none"/>
            <a:tailEnd len="med" w="med" type="none"/>
          </a:ln>
        </p:spPr>
      </p:cxnSp>
      <p:cxnSp>
        <p:nvCxnSpPr>
          <p:cNvPr id="1435" name="Google Shape;1435;p120"/>
          <p:cNvCxnSpPr>
            <a:stCxn id="1415" idx="2"/>
            <a:endCxn id="1412" idx="6"/>
          </p:cNvCxnSpPr>
          <p:nvPr/>
        </p:nvCxnSpPr>
        <p:spPr>
          <a:xfrm rot="10800000">
            <a:off x="3111325" y="3070425"/>
            <a:ext cx="399600" cy="381000"/>
          </a:xfrm>
          <a:prstGeom prst="straightConnector1">
            <a:avLst/>
          </a:prstGeom>
          <a:noFill/>
          <a:ln cap="flat" cmpd="sng" w="19050">
            <a:solidFill>
              <a:srgbClr val="20494D"/>
            </a:solidFill>
            <a:prstDash val="solid"/>
            <a:round/>
            <a:headEnd len="med" w="med" type="none"/>
            <a:tailEnd len="med" w="med" type="none"/>
          </a:ln>
        </p:spPr>
      </p:cxnSp>
      <p:cxnSp>
        <p:nvCxnSpPr>
          <p:cNvPr id="1436" name="Google Shape;1436;p120"/>
          <p:cNvCxnSpPr>
            <a:stCxn id="1415" idx="2"/>
            <a:endCxn id="1409" idx="6"/>
          </p:cNvCxnSpPr>
          <p:nvPr/>
        </p:nvCxnSpPr>
        <p:spPr>
          <a:xfrm rot="10800000">
            <a:off x="3111325" y="3451425"/>
            <a:ext cx="399600" cy="0"/>
          </a:xfrm>
          <a:prstGeom prst="straightConnector1">
            <a:avLst/>
          </a:prstGeom>
          <a:noFill/>
          <a:ln cap="flat" cmpd="sng" w="19050">
            <a:solidFill>
              <a:srgbClr val="20494D"/>
            </a:solidFill>
            <a:prstDash val="solid"/>
            <a:round/>
            <a:headEnd len="med" w="med" type="none"/>
            <a:tailEnd len="med" w="med" type="none"/>
          </a:ln>
        </p:spPr>
      </p:cxnSp>
      <p:cxnSp>
        <p:nvCxnSpPr>
          <p:cNvPr id="1437" name="Google Shape;1437;p120"/>
          <p:cNvCxnSpPr>
            <a:stCxn id="1415" idx="2"/>
            <a:endCxn id="1410" idx="6"/>
          </p:cNvCxnSpPr>
          <p:nvPr/>
        </p:nvCxnSpPr>
        <p:spPr>
          <a:xfrm flipH="1">
            <a:off x="3111325" y="3451425"/>
            <a:ext cx="399600" cy="381000"/>
          </a:xfrm>
          <a:prstGeom prst="straightConnector1">
            <a:avLst/>
          </a:prstGeom>
          <a:noFill/>
          <a:ln cap="flat" cmpd="sng" w="19050">
            <a:solidFill>
              <a:srgbClr val="20494D"/>
            </a:solidFill>
            <a:prstDash val="solid"/>
            <a:round/>
            <a:headEnd len="med" w="med" type="none"/>
            <a:tailEnd len="med" w="med" type="none"/>
          </a:ln>
        </p:spPr>
      </p:cxnSp>
      <p:cxnSp>
        <p:nvCxnSpPr>
          <p:cNvPr id="1438" name="Google Shape;1438;p120"/>
          <p:cNvCxnSpPr>
            <a:stCxn id="1415" idx="2"/>
            <a:endCxn id="1413" idx="6"/>
          </p:cNvCxnSpPr>
          <p:nvPr/>
        </p:nvCxnSpPr>
        <p:spPr>
          <a:xfrm flipH="1">
            <a:off x="3111325" y="3451425"/>
            <a:ext cx="399600" cy="762000"/>
          </a:xfrm>
          <a:prstGeom prst="straightConnector1">
            <a:avLst/>
          </a:prstGeom>
          <a:noFill/>
          <a:ln cap="flat" cmpd="sng" w="19050">
            <a:solidFill>
              <a:srgbClr val="20494D"/>
            </a:solidFill>
            <a:prstDash val="solid"/>
            <a:round/>
            <a:headEnd len="med" w="med" type="none"/>
            <a:tailEnd len="med" w="med" type="none"/>
          </a:ln>
        </p:spPr>
      </p:cxnSp>
      <p:cxnSp>
        <p:nvCxnSpPr>
          <p:cNvPr id="1439" name="Google Shape;1439;p120"/>
          <p:cNvCxnSpPr>
            <a:stCxn id="1416" idx="2"/>
            <a:endCxn id="1413" idx="6"/>
          </p:cNvCxnSpPr>
          <p:nvPr/>
        </p:nvCxnSpPr>
        <p:spPr>
          <a:xfrm flipH="1">
            <a:off x="3111325" y="3870525"/>
            <a:ext cx="399600" cy="342900"/>
          </a:xfrm>
          <a:prstGeom prst="straightConnector1">
            <a:avLst/>
          </a:prstGeom>
          <a:noFill/>
          <a:ln cap="flat" cmpd="sng" w="19050">
            <a:solidFill>
              <a:srgbClr val="20494D"/>
            </a:solidFill>
            <a:prstDash val="solid"/>
            <a:round/>
            <a:headEnd len="med" w="med" type="none"/>
            <a:tailEnd len="med" w="med" type="none"/>
          </a:ln>
        </p:spPr>
      </p:cxnSp>
      <p:cxnSp>
        <p:nvCxnSpPr>
          <p:cNvPr id="1440" name="Google Shape;1440;p120"/>
          <p:cNvCxnSpPr>
            <a:stCxn id="1416" idx="2"/>
            <a:endCxn id="1410" idx="6"/>
          </p:cNvCxnSpPr>
          <p:nvPr/>
        </p:nvCxnSpPr>
        <p:spPr>
          <a:xfrm rot="10800000">
            <a:off x="3111325" y="3832425"/>
            <a:ext cx="399600" cy="38100"/>
          </a:xfrm>
          <a:prstGeom prst="straightConnector1">
            <a:avLst/>
          </a:prstGeom>
          <a:noFill/>
          <a:ln cap="flat" cmpd="sng" w="19050">
            <a:solidFill>
              <a:srgbClr val="20494D"/>
            </a:solidFill>
            <a:prstDash val="solid"/>
            <a:round/>
            <a:headEnd len="med" w="med" type="none"/>
            <a:tailEnd len="med" w="med" type="none"/>
          </a:ln>
        </p:spPr>
      </p:cxnSp>
      <p:cxnSp>
        <p:nvCxnSpPr>
          <p:cNvPr id="1441" name="Google Shape;1441;p120"/>
          <p:cNvCxnSpPr>
            <a:stCxn id="1416" idx="2"/>
            <a:endCxn id="1409" idx="6"/>
          </p:cNvCxnSpPr>
          <p:nvPr/>
        </p:nvCxnSpPr>
        <p:spPr>
          <a:xfrm rot="10800000">
            <a:off x="3111325" y="3451425"/>
            <a:ext cx="399600" cy="419100"/>
          </a:xfrm>
          <a:prstGeom prst="straightConnector1">
            <a:avLst/>
          </a:prstGeom>
          <a:noFill/>
          <a:ln cap="flat" cmpd="sng" w="19050">
            <a:solidFill>
              <a:srgbClr val="20494D"/>
            </a:solidFill>
            <a:prstDash val="solid"/>
            <a:round/>
            <a:headEnd len="med" w="med" type="none"/>
            <a:tailEnd len="med" w="med" type="none"/>
          </a:ln>
        </p:spPr>
      </p:cxnSp>
      <p:cxnSp>
        <p:nvCxnSpPr>
          <p:cNvPr id="1442" name="Google Shape;1442;p120"/>
          <p:cNvCxnSpPr>
            <a:stCxn id="1416" idx="2"/>
            <a:endCxn id="1412" idx="6"/>
          </p:cNvCxnSpPr>
          <p:nvPr/>
        </p:nvCxnSpPr>
        <p:spPr>
          <a:xfrm rot="10800000">
            <a:off x="3111325" y="3070425"/>
            <a:ext cx="399600" cy="800100"/>
          </a:xfrm>
          <a:prstGeom prst="straightConnector1">
            <a:avLst/>
          </a:prstGeom>
          <a:noFill/>
          <a:ln cap="flat" cmpd="sng" w="19050">
            <a:solidFill>
              <a:srgbClr val="20494D"/>
            </a:solidFill>
            <a:prstDash val="solid"/>
            <a:round/>
            <a:headEnd len="med" w="med" type="none"/>
            <a:tailEnd len="med" w="med" type="none"/>
          </a:ln>
        </p:spPr>
      </p:cxnSp>
      <p:cxnSp>
        <p:nvCxnSpPr>
          <p:cNvPr id="1443" name="Google Shape;1443;p120"/>
          <p:cNvCxnSpPr>
            <a:stCxn id="1406" idx="6"/>
          </p:cNvCxnSpPr>
          <p:nvPr/>
        </p:nvCxnSpPr>
        <p:spPr>
          <a:xfrm>
            <a:off x="2300888" y="2689425"/>
            <a:ext cx="0" cy="0"/>
          </a:xfrm>
          <a:prstGeom prst="straightConnector1">
            <a:avLst/>
          </a:prstGeom>
          <a:noFill/>
          <a:ln cap="flat" cmpd="sng" w="9525">
            <a:solidFill>
              <a:srgbClr val="20494D"/>
            </a:solidFill>
            <a:prstDash val="solid"/>
            <a:round/>
            <a:headEnd len="med" w="med" type="none"/>
            <a:tailEnd len="med" w="med" type="none"/>
          </a:ln>
        </p:spPr>
      </p:cxnSp>
      <p:cxnSp>
        <p:nvCxnSpPr>
          <p:cNvPr id="1444" name="Google Shape;1444;p120"/>
          <p:cNvCxnSpPr>
            <a:stCxn id="1406" idx="6"/>
            <a:endCxn id="1411" idx="2"/>
          </p:cNvCxnSpPr>
          <p:nvPr/>
        </p:nvCxnSpPr>
        <p:spPr>
          <a:xfrm>
            <a:off x="2300888" y="2689425"/>
            <a:ext cx="535500" cy="0"/>
          </a:xfrm>
          <a:prstGeom prst="straightConnector1">
            <a:avLst/>
          </a:prstGeom>
          <a:noFill/>
          <a:ln cap="flat" cmpd="sng" w="19050">
            <a:solidFill>
              <a:srgbClr val="20494D"/>
            </a:solidFill>
            <a:prstDash val="solid"/>
            <a:round/>
            <a:headEnd len="med" w="med" type="none"/>
            <a:tailEnd len="med" w="med" type="none"/>
          </a:ln>
        </p:spPr>
      </p:cxnSp>
      <p:cxnSp>
        <p:nvCxnSpPr>
          <p:cNvPr id="1445" name="Google Shape;1445;p120"/>
          <p:cNvCxnSpPr>
            <a:stCxn id="1406" idx="6"/>
            <a:endCxn id="1412" idx="2"/>
          </p:cNvCxnSpPr>
          <p:nvPr/>
        </p:nvCxnSpPr>
        <p:spPr>
          <a:xfrm>
            <a:off x="2300888" y="2689425"/>
            <a:ext cx="535500" cy="381000"/>
          </a:xfrm>
          <a:prstGeom prst="straightConnector1">
            <a:avLst/>
          </a:prstGeom>
          <a:noFill/>
          <a:ln cap="flat" cmpd="sng" w="19050">
            <a:solidFill>
              <a:srgbClr val="20494D"/>
            </a:solidFill>
            <a:prstDash val="solid"/>
            <a:round/>
            <a:headEnd len="med" w="med" type="none"/>
            <a:tailEnd len="med" w="med" type="none"/>
          </a:ln>
        </p:spPr>
      </p:cxnSp>
      <p:cxnSp>
        <p:nvCxnSpPr>
          <p:cNvPr id="1446" name="Google Shape;1446;p120"/>
          <p:cNvCxnSpPr>
            <a:stCxn id="1406" idx="6"/>
            <a:endCxn id="1409" idx="2"/>
          </p:cNvCxnSpPr>
          <p:nvPr/>
        </p:nvCxnSpPr>
        <p:spPr>
          <a:xfrm>
            <a:off x="2300888" y="2689425"/>
            <a:ext cx="535500" cy="762000"/>
          </a:xfrm>
          <a:prstGeom prst="straightConnector1">
            <a:avLst/>
          </a:prstGeom>
          <a:noFill/>
          <a:ln cap="flat" cmpd="sng" w="19050">
            <a:solidFill>
              <a:srgbClr val="20494D"/>
            </a:solidFill>
            <a:prstDash val="solid"/>
            <a:round/>
            <a:headEnd len="med" w="med" type="none"/>
            <a:tailEnd len="med" w="med" type="none"/>
          </a:ln>
        </p:spPr>
      </p:cxnSp>
      <p:cxnSp>
        <p:nvCxnSpPr>
          <p:cNvPr id="1447" name="Google Shape;1447;p120"/>
          <p:cNvCxnSpPr>
            <a:stCxn id="1406" idx="6"/>
            <a:endCxn id="1410" idx="3"/>
          </p:cNvCxnSpPr>
          <p:nvPr/>
        </p:nvCxnSpPr>
        <p:spPr>
          <a:xfrm>
            <a:off x="2300888" y="2689425"/>
            <a:ext cx="575700" cy="1236900"/>
          </a:xfrm>
          <a:prstGeom prst="straightConnector1">
            <a:avLst/>
          </a:prstGeom>
          <a:noFill/>
          <a:ln cap="flat" cmpd="sng" w="19050">
            <a:solidFill>
              <a:srgbClr val="20494D"/>
            </a:solidFill>
            <a:prstDash val="solid"/>
            <a:round/>
            <a:headEnd len="med" w="med" type="none"/>
            <a:tailEnd len="med" w="med" type="none"/>
          </a:ln>
        </p:spPr>
      </p:cxnSp>
      <p:cxnSp>
        <p:nvCxnSpPr>
          <p:cNvPr id="1448" name="Google Shape;1448;p120"/>
          <p:cNvCxnSpPr>
            <a:stCxn id="1406" idx="6"/>
            <a:endCxn id="1413" idx="2"/>
          </p:cNvCxnSpPr>
          <p:nvPr/>
        </p:nvCxnSpPr>
        <p:spPr>
          <a:xfrm>
            <a:off x="2300888" y="2689425"/>
            <a:ext cx="535500" cy="1524000"/>
          </a:xfrm>
          <a:prstGeom prst="straightConnector1">
            <a:avLst/>
          </a:prstGeom>
          <a:noFill/>
          <a:ln cap="flat" cmpd="sng" w="19050">
            <a:solidFill>
              <a:srgbClr val="20494D"/>
            </a:solidFill>
            <a:prstDash val="solid"/>
            <a:round/>
            <a:headEnd len="med" w="med" type="none"/>
            <a:tailEnd len="med" w="med" type="none"/>
          </a:ln>
        </p:spPr>
      </p:cxnSp>
      <p:cxnSp>
        <p:nvCxnSpPr>
          <p:cNvPr id="1449" name="Google Shape;1449;p120"/>
          <p:cNvCxnSpPr>
            <a:stCxn id="1407" idx="6"/>
            <a:endCxn id="1411" idx="2"/>
          </p:cNvCxnSpPr>
          <p:nvPr/>
        </p:nvCxnSpPr>
        <p:spPr>
          <a:xfrm flipH="1" rot="10800000">
            <a:off x="2300888" y="2689425"/>
            <a:ext cx="535500" cy="381000"/>
          </a:xfrm>
          <a:prstGeom prst="straightConnector1">
            <a:avLst/>
          </a:prstGeom>
          <a:noFill/>
          <a:ln cap="flat" cmpd="sng" w="19050">
            <a:solidFill>
              <a:srgbClr val="20494D"/>
            </a:solidFill>
            <a:prstDash val="solid"/>
            <a:round/>
            <a:headEnd len="med" w="med" type="none"/>
            <a:tailEnd len="med" w="med" type="none"/>
          </a:ln>
        </p:spPr>
      </p:cxnSp>
      <p:cxnSp>
        <p:nvCxnSpPr>
          <p:cNvPr id="1450" name="Google Shape;1450;p120"/>
          <p:cNvCxnSpPr>
            <a:stCxn id="1407" idx="6"/>
            <a:endCxn id="1412" idx="2"/>
          </p:cNvCxnSpPr>
          <p:nvPr/>
        </p:nvCxnSpPr>
        <p:spPr>
          <a:xfrm>
            <a:off x="2300888" y="3070425"/>
            <a:ext cx="535500" cy="0"/>
          </a:xfrm>
          <a:prstGeom prst="straightConnector1">
            <a:avLst/>
          </a:prstGeom>
          <a:noFill/>
          <a:ln cap="flat" cmpd="sng" w="19050">
            <a:solidFill>
              <a:srgbClr val="20494D"/>
            </a:solidFill>
            <a:prstDash val="solid"/>
            <a:round/>
            <a:headEnd len="med" w="med" type="none"/>
            <a:tailEnd len="med" w="med" type="none"/>
          </a:ln>
        </p:spPr>
      </p:cxnSp>
      <p:cxnSp>
        <p:nvCxnSpPr>
          <p:cNvPr id="1451" name="Google Shape;1451;p120"/>
          <p:cNvCxnSpPr>
            <a:stCxn id="1407" idx="6"/>
            <a:endCxn id="1409" idx="2"/>
          </p:cNvCxnSpPr>
          <p:nvPr/>
        </p:nvCxnSpPr>
        <p:spPr>
          <a:xfrm>
            <a:off x="2300888" y="3070425"/>
            <a:ext cx="535500" cy="381000"/>
          </a:xfrm>
          <a:prstGeom prst="straightConnector1">
            <a:avLst/>
          </a:prstGeom>
          <a:noFill/>
          <a:ln cap="flat" cmpd="sng" w="19050">
            <a:solidFill>
              <a:srgbClr val="20494D"/>
            </a:solidFill>
            <a:prstDash val="solid"/>
            <a:round/>
            <a:headEnd len="med" w="med" type="none"/>
            <a:tailEnd len="med" w="med" type="none"/>
          </a:ln>
        </p:spPr>
      </p:cxnSp>
      <p:cxnSp>
        <p:nvCxnSpPr>
          <p:cNvPr id="1452" name="Google Shape;1452;p120"/>
          <p:cNvCxnSpPr>
            <a:stCxn id="1407" idx="6"/>
            <a:endCxn id="1410" idx="2"/>
          </p:cNvCxnSpPr>
          <p:nvPr/>
        </p:nvCxnSpPr>
        <p:spPr>
          <a:xfrm>
            <a:off x="2300888" y="3070425"/>
            <a:ext cx="535500" cy="762000"/>
          </a:xfrm>
          <a:prstGeom prst="straightConnector1">
            <a:avLst/>
          </a:prstGeom>
          <a:noFill/>
          <a:ln cap="flat" cmpd="sng" w="19050">
            <a:solidFill>
              <a:srgbClr val="20494D"/>
            </a:solidFill>
            <a:prstDash val="solid"/>
            <a:round/>
            <a:headEnd len="med" w="med" type="none"/>
            <a:tailEnd len="med" w="med" type="none"/>
          </a:ln>
        </p:spPr>
      </p:cxnSp>
      <p:cxnSp>
        <p:nvCxnSpPr>
          <p:cNvPr id="1453" name="Google Shape;1453;p120"/>
          <p:cNvCxnSpPr>
            <a:stCxn id="1407" idx="6"/>
            <a:endCxn id="1413" idx="2"/>
          </p:cNvCxnSpPr>
          <p:nvPr/>
        </p:nvCxnSpPr>
        <p:spPr>
          <a:xfrm>
            <a:off x="2300888" y="3070425"/>
            <a:ext cx="535500" cy="1143000"/>
          </a:xfrm>
          <a:prstGeom prst="straightConnector1">
            <a:avLst/>
          </a:prstGeom>
          <a:noFill/>
          <a:ln cap="flat" cmpd="sng" w="19050">
            <a:solidFill>
              <a:srgbClr val="20494D"/>
            </a:solidFill>
            <a:prstDash val="solid"/>
            <a:round/>
            <a:headEnd len="med" w="med" type="none"/>
            <a:tailEnd len="med" w="med" type="none"/>
          </a:ln>
        </p:spPr>
      </p:cxnSp>
      <p:cxnSp>
        <p:nvCxnSpPr>
          <p:cNvPr id="1454" name="Google Shape;1454;p120"/>
          <p:cNvCxnSpPr>
            <a:stCxn id="1404" idx="6"/>
            <a:endCxn id="1411" idx="2"/>
          </p:cNvCxnSpPr>
          <p:nvPr/>
        </p:nvCxnSpPr>
        <p:spPr>
          <a:xfrm flipH="1" rot="10800000">
            <a:off x="2300888" y="2689425"/>
            <a:ext cx="535500" cy="762000"/>
          </a:xfrm>
          <a:prstGeom prst="straightConnector1">
            <a:avLst/>
          </a:prstGeom>
          <a:noFill/>
          <a:ln cap="flat" cmpd="sng" w="19050">
            <a:solidFill>
              <a:srgbClr val="20494D"/>
            </a:solidFill>
            <a:prstDash val="solid"/>
            <a:round/>
            <a:headEnd len="med" w="med" type="none"/>
            <a:tailEnd len="med" w="med" type="none"/>
          </a:ln>
        </p:spPr>
      </p:cxnSp>
      <p:cxnSp>
        <p:nvCxnSpPr>
          <p:cNvPr id="1455" name="Google Shape;1455;p120"/>
          <p:cNvCxnSpPr>
            <a:stCxn id="1404" idx="6"/>
            <a:endCxn id="1412" idx="2"/>
          </p:cNvCxnSpPr>
          <p:nvPr/>
        </p:nvCxnSpPr>
        <p:spPr>
          <a:xfrm flipH="1" rot="10800000">
            <a:off x="2300888" y="3070425"/>
            <a:ext cx="535500" cy="381000"/>
          </a:xfrm>
          <a:prstGeom prst="straightConnector1">
            <a:avLst/>
          </a:prstGeom>
          <a:noFill/>
          <a:ln cap="flat" cmpd="sng" w="19050">
            <a:solidFill>
              <a:srgbClr val="20494D"/>
            </a:solidFill>
            <a:prstDash val="solid"/>
            <a:round/>
            <a:headEnd len="med" w="med" type="none"/>
            <a:tailEnd len="med" w="med" type="none"/>
          </a:ln>
        </p:spPr>
      </p:cxnSp>
      <p:cxnSp>
        <p:nvCxnSpPr>
          <p:cNvPr id="1456" name="Google Shape;1456;p120"/>
          <p:cNvCxnSpPr>
            <a:stCxn id="1404" idx="6"/>
            <a:endCxn id="1409" idx="2"/>
          </p:cNvCxnSpPr>
          <p:nvPr/>
        </p:nvCxnSpPr>
        <p:spPr>
          <a:xfrm>
            <a:off x="2300888" y="3451425"/>
            <a:ext cx="535500" cy="0"/>
          </a:xfrm>
          <a:prstGeom prst="straightConnector1">
            <a:avLst/>
          </a:prstGeom>
          <a:noFill/>
          <a:ln cap="flat" cmpd="sng" w="19050">
            <a:solidFill>
              <a:srgbClr val="20494D"/>
            </a:solidFill>
            <a:prstDash val="solid"/>
            <a:round/>
            <a:headEnd len="med" w="med" type="none"/>
            <a:tailEnd len="med" w="med" type="none"/>
          </a:ln>
        </p:spPr>
      </p:cxnSp>
      <p:cxnSp>
        <p:nvCxnSpPr>
          <p:cNvPr id="1457" name="Google Shape;1457;p120"/>
          <p:cNvCxnSpPr>
            <a:stCxn id="1404" idx="6"/>
            <a:endCxn id="1410" idx="2"/>
          </p:cNvCxnSpPr>
          <p:nvPr/>
        </p:nvCxnSpPr>
        <p:spPr>
          <a:xfrm>
            <a:off x="2300888" y="3451425"/>
            <a:ext cx="535500" cy="381000"/>
          </a:xfrm>
          <a:prstGeom prst="straightConnector1">
            <a:avLst/>
          </a:prstGeom>
          <a:noFill/>
          <a:ln cap="flat" cmpd="sng" w="19050">
            <a:solidFill>
              <a:srgbClr val="20494D"/>
            </a:solidFill>
            <a:prstDash val="solid"/>
            <a:round/>
            <a:headEnd len="med" w="med" type="none"/>
            <a:tailEnd len="med" w="med" type="none"/>
          </a:ln>
        </p:spPr>
      </p:cxnSp>
      <p:cxnSp>
        <p:nvCxnSpPr>
          <p:cNvPr id="1458" name="Google Shape;1458;p120"/>
          <p:cNvCxnSpPr>
            <a:stCxn id="1404" idx="6"/>
            <a:endCxn id="1413" idx="2"/>
          </p:cNvCxnSpPr>
          <p:nvPr/>
        </p:nvCxnSpPr>
        <p:spPr>
          <a:xfrm>
            <a:off x="2300888" y="3451425"/>
            <a:ext cx="535500" cy="762000"/>
          </a:xfrm>
          <a:prstGeom prst="straightConnector1">
            <a:avLst/>
          </a:prstGeom>
          <a:noFill/>
          <a:ln cap="flat" cmpd="sng" w="19050">
            <a:solidFill>
              <a:srgbClr val="20494D"/>
            </a:solidFill>
            <a:prstDash val="solid"/>
            <a:round/>
            <a:headEnd len="med" w="med" type="none"/>
            <a:tailEnd len="med" w="med" type="none"/>
          </a:ln>
        </p:spPr>
      </p:cxnSp>
      <p:cxnSp>
        <p:nvCxnSpPr>
          <p:cNvPr id="1459" name="Google Shape;1459;p120"/>
          <p:cNvCxnSpPr>
            <a:stCxn id="1405" idx="6"/>
            <a:endCxn id="1411" idx="2"/>
          </p:cNvCxnSpPr>
          <p:nvPr/>
        </p:nvCxnSpPr>
        <p:spPr>
          <a:xfrm flipH="1" rot="10800000">
            <a:off x="2300888" y="2689425"/>
            <a:ext cx="535500" cy="1143000"/>
          </a:xfrm>
          <a:prstGeom prst="straightConnector1">
            <a:avLst/>
          </a:prstGeom>
          <a:noFill/>
          <a:ln cap="flat" cmpd="sng" w="19050">
            <a:solidFill>
              <a:srgbClr val="20494D"/>
            </a:solidFill>
            <a:prstDash val="solid"/>
            <a:round/>
            <a:headEnd len="med" w="med" type="none"/>
            <a:tailEnd len="med" w="med" type="none"/>
          </a:ln>
        </p:spPr>
      </p:cxnSp>
      <p:cxnSp>
        <p:nvCxnSpPr>
          <p:cNvPr id="1460" name="Google Shape;1460;p120"/>
          <p:cNvCxnSpPr>
            <a:stCxn id="1405" idx="6"/>
            <a:endCxn id="1412" idx="2"/>
          </p:cNvCxnSpPr>
          <p:nvPr/>
        </p:nvCxnSpPr>
        <p:spPr>
          <a:xfrm flipH="1" rot="10800000">
            <a:off x="2300888" y="3070425"/>
            <a:ext cx="535500" cy="762000"/>
          </a:xfrm>
          <a:prstGeom prst="straightConnector1">
            <a:avLst/>
          </a:prstGeom>
          <a:noFill/>
          <a:ln cap="flat" cmpd="sng" w="19050">
            <a:solidFill>
              <a:srgbClr val="20494D"/>
            </a:solidFill>
            <a:prstDash val="solid"/>
            <a:round/>
            <a:headEnd len="med" w="med" type="none"/>
            <a:tailEnd len="med" w="med" type="none"/>
          </a:ln>
        </p:spPr>
      </p:cxnSp>
      <p:cxnSp>
        <p:nvCxnSpPr>
          <p:cNvPr id="1461" name="Google Shape;1461;p120"/>
          <p:cNvCxnSpPr>
            <a:stCxn id="1405" idx="6"/>
            <a:endCxn id="1409" idx="2"/>
          </p:cNvCxnSpPr>
          <p:nvPr/>
        </p:nvCxnSpPr>
        <p:spPr>
          <a:xfrm flipH="1" rot="10800000">
            <a:off x="2300888" y="3451425"/>
            <a:ext cx="535500" cy="381000"/>
          </a:xfrm>
          <a:prstGeom prst="straightConnector1">
            <a:avLst/>
          </a:prstGeom>
          <a:noFill/>
          <a:ln cap="flat" cmpd="sng" w="19050">
            <a:solidFill>
              <a:srgbClr val="20494D"/>
            </a:solidFill>
            <a:prstDash val="solid"/>
            <a:round/>
            <a:headEnd len="med" w="med" type="none"/>
            <a:tailEnd len="med" w="med" type="none"/>
          </a:ln>
        </p:spPr>
      </p:cxnSp>
      <p:cxnSp>
        <p:nvCxnSpPr>
          <p:cNvPr id="1462" name="Google Shape;1462;p120"/>
          <p:cNvCxnSpPr>
            <a:stCxn id="1405" idx="6"/>
            <a:endCxn id="1410" idx="2"/>
          </p:cNvCxnSpPr>
          <p:nvPr/>
        </p:nvCxnSpPr>
        <p:spPr>
          <a:xfrm>
            <a:off x="2300888" y="3832425"/>
            <a:ext cx="535500" cy="0"/>
          </a:xfrm>
          <a:prstGeom prst="straightConnector1">
            <a:avLst/>
          </a:prstGeom>
          <a:noFill/>
          <a:ln cap="flat" cmpd="sng" w="19050">
            <a:solidFill>
              <a:srgbClr val="20494D"/>
            </a:solidFill>
            <a:prstDash val="solid"/>
            <a:round/>
            <a:headEnd len="med" w="med" type="none"/>
            <a:tailEnd len="med" w="med" type="none"/>
          </a:ln>
        </p:spPr>
      </p:cxnSp>
      <p:cxnSp>
        <p:nvCxnSpPr>
          <p:cNvPr id="1463" name="Google Shape;1463;p120"/>
          <p:cNvCxnSpPr>
            <a:stCxn id="1405" idx="6"/>
            <a:endCxn id="1413" idx="2"/>
          </p:cNvCxnSpPr>
          <p:nvPr/>
        </p:nvCxnSpPr>
        <p:spPr>
          <a:xfrm>
            <a:off x="2300888" y="3832425"/>
            <a:ext cx="535500" cy="381000"/>
          </a:xfrm>
          <a:prstGeom prst="straightConnector1">
            <a:avLst/>
          </a:prstGeom>
          <a:noFill/>
          <a:ln cap="flat" cmpd="sng" w="19050">
            <a:solidFill>
              <a:srgbClr val="20494D"/>
            </a:solidFill>
            <a:prstDash val="solid"/>
            <a:round/>
            <a:headEnd len="med" w="med" type="none"/>
            <a:tailEnd len="med" w="med" type="none"/>
          </a:ln>
        </p:spPr>
      </p:cxnSp>
      <p:cxnSp>
        <p:nvCxnSpPr>
          <p:cNvPr id="1464" name="Google Shape;1464;p120"/>
          <p:cNvCxnSpPr>
            <a:stCxn id="1408" idx="6"/>
            <a:endCxn id="1411" idx="2"/>
          </p:cNvCxnSpPr>
          <p:nvPr/>
        </p:nvCxnSpPr>
        <p:spPr>
          <a:xfrm flipH="1" rot="10800000">
            <a:off x="2300888" y="2689425"/>
            <a:ext cx="535500" cy="1524000"/>
          </a:xfrm>
          <a:prstGeom prst="straightConnector1">
            <a:avLst/>
          </a:prstGeom>
          <a:noFill/>
          <a:ln cap="flat" cmpd="sng" w="19050">
            <a:solidFill>
              <a:srgbClr val="20494D"/>
            </a:solidFill>
            <a:prstDash val="solid"/>
            <a:round/>
            <a:headEnd len="med" w="med" type="none"/>
            <a:tailEnd len="med" w="med" type="none"/>
          </a:ln>
        </p:spPr>
      </p:cxnSp>
      <p:cxnSp>
        <p:nvCxnSpPr>
          <p:cNvPr id="1465" name="Google Shape;1465;p120"/>
          <p:cNvCxnSpPr>
            <a:stCxn id="1408" idx="6"/>
            <a:endCxn id="1412" idx="2"/>
          </p:cNvCxnSpPr>
          <p:nvPr/>
        </p:nvCxnSpPr>
        <p:spPr>
          <a:xfrm flipH="1" rot="10800000">
            <a:off x="2300888" y="3070425"/>
            <a:ext cx="535500" cy="1143000"/>
          </a:xfrm>
          <a:prstGeom prst="straightConnector1">
            <a:avLst/>
          </a:prstGeom>
          <a:noFill/>
          <a:ln cap="flat" cmpd="sng" w="19050">
            <a:solidFill>
              <a:srgbClr val="20494D"/>
            </a:solidFill>
            <a:prstDash val="solid"/>
            <a:round/>
            <a:headEnd len="med" w="med" type="none"/>
            <a:tailEnd len="med" w="med" type="none"/>
          </a:ln>
        </p:spPr>
      </p:cxnSp>
      <p:cxnSp>
        <p:nvCxnSpPr>
          <p:cNvPr id="1466" name="Google Shape;1466;p120"/>
          <p:cNvCxnSpPr>
            <a:stCxn id="1408" idx="6"/>
            <a:endCxn id="1409" idx="2"/>
          </p:cNvCxnSpPr>
          <p:nvPr/>
        </p:nvCxnSpPr>
        <p:spPr>
          <a:xfrm flipH="1" rot="10800000">
            <a:off x="2300888" y="3451425"/>
            <a:ext cx="535500" cy="762000"/>
          </a:xfrm>
          <a:prstGeom prst="straightConnector1">
            <a:avLst/>
          </a:prstGeom>
          <a:noFill/>
          <a:ln cap="flat" cmpd="sng" w="19050">
            <a:solidFill>
              <a:srgbClr val="20494D"/>
            </a:solidFill>
            <a:prstDash val="solid"/>
            <a:round/>
            <a:headEnd len="med" w="med" type="none"/>
            <a:tailEnd len="med" w="med" type="none"/>
          </a:ln>
        </p:spPr>
      </p:cxnSp>
      <p:cxnSp>
        <p:nvCxnSpPr>
          <p:cNvPr id="1467" name="Google Shape;1467;p120"/>
          <p:cNvCxnSpPr>
            <a:stCxn id="1408" idx="6"/>
            <a:endCxn id="1410" idx="2"/>
          </p:cNvCxnSpPr>
          <p:nvPr/>
        </p:nvCxnSpPr>
        <p:spPr>
          <a:xfrm flipH="1" rot="10800000">
            <a:off x="2300888" y="3832425"/>
            <a:ext cx="535500" cy="381000"/>
          </a:xfrm>
          <a:prstGeom prst="straightConnector1">
            <a:avLst/>
          </a:prstGeom>
          <a:noFill/>
          <a:ln cap="flat" cmpd="sng" w="19050">
            <a:solidFill>
              <a:srgbClr val="20494D"/>
            </a:solidFill>
            <a:prstDash val="solid"/>
            <a:round/>
            <a:headEnd len="med" w="med" type="none"/>
            <a:tailEnd len="med" w="med" type="none"/>
          </a:ln>
        </p:spPr>
      </p:cxnSp>
      <p:cxnSp>
        <p:nvCxnSpPr>
          <p:cNvPr id="1468" name="Google Shape;1468;p120"/>
          <p:cNvCxnSpPr>
            <a:stCxn id="1408" idx="6"/>
            <a:endCxn id="1413" idx="2"/>
          </p:cNvCxnSpPr>
          <p:nvPr/>
        </p:nvCxnSpPr>
        <p:spPr>
          <a:xfrm>
            <a:off x="2300888" y="4213425"/>
            <a:ext cx="535500" cy="0"/>
          </a:xfrm>
          <a:prstGeom prst="straightConnector1">
            <a:avLst/>
          </a:prstGeom>
          <a:noFill/>
          <a:ln cap="flat" cmpd="sng" w="19050">
            <a:solidFill>
              <a:srgbClr val="20494D"/>
            </a:solidFill>
            <a:prstDash val="solid"/>
            <a:round/>
            <a:headEnd len="med" w="med" type="none"/>
            <a:tailEnd len="med" w="med" type="none"/>
          </a:ln>
        </p:spPr>
      </p:cxnSp>
      <p:sp>
        <p:nvSpPr>
          <p:cNvPr id="1469" name="Google Shape;1469;p120"/>
          <p:cNvSpPr txBox="1"/>
          <p:nvPr/>
        </p:nvSpPr>
        <p:spPr>
          <a:xfrm>
            <a:off x="1143475" y="2504775"/>
            <a:ext cx="6540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rgbClr val="183C40"/>
                </a:solidFill>
                <a:latin typeface="Newsreader SemiBold"/>
                <a:ea typeface="Newsreader SemiBold"/>
                <a:cs typeface="Newsreader SemiBold"/>
                <a:sym typeface="Newsreader SemiBold"/>
              </a:rPr>
              <a:t>Input</a:t>
            </a:r>
            <a:endParaRPr sz="1200">
              <a:solidFill>
                <a:srgbClr val="183C40"/>
              </a:solidFill>
              <a:latin typeface="Newsreader SemiBold"/>
              <a:ea typeface="Newsreader SemiBold"/>
              <a:cs typeface="Newsreader SemiBold"/>
              <a:sym typeface="Newsreader SemiBold"/>
            </a:endParaRPr>
          </a:p>
        </p:txBody>
      </p:sp>
      <p:sp>
        <p:nvSpPr>
          <p:cNvPr id="1470" name="Google Shape;1470;p120"/>
          <p:cNvSpPr txBox="1"/>
          <p:nvPr/>
        </p:nvSpPr>
        <p:spPr>
          <a:xfrm>
            <a:off x="3279475" y="2504774"/>
            <a:ext cx="7380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rgbClr val="183C40"/>
                </a:solidFill>
                <a:latin typeface="Newsreader SemiBold"/>
                <a:ea typeface="Newsreader SemiBold"/>
                <a:cs typeface="Newsreader SemiBold"/>
                <a:sym typeface="Newsreader SemiBold"/>
              </a:rPr>
              <a:t>Output</a:t>
            </a:r>
            <a:endParaRPr sz="1200">
              <a:solidFill>
                <a:srgbClr val="183C40"/>
              </a:solidFill>
              <a:latin typeface="Newsreader SemiBold"/>
              <a:ea typeface="Newsreader SemiBold"/>
              <a:cs typeface="Newsreader SemiBold"/>
              <a:sym typeface="Newsreader SemiBold"/>
            </a:endParaRPr>
          </a:p>
        </p:txBody>
      </p:sp>
      <p:sp>
        <p:nvSpPr>
          <p:cNvPr id="1471" name="Google Shape;1471;p120"/>
          <p:cNvSpPr txBox="1"/>
          <p:nvPr/>
        </p:nvSpPr>
        <p:spPr>
          <a:xfrm>
            <a:off x="1798400" y="2182500"/>
            <a:ext cx="15807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rgbClr val="183C40"/>
                </a:solidFill>
                <a:latin typeface="Newsreader SemiBold"/>
                <a:ea typeface="Newsreader SemiBold"/>
                <a:cs typeface="Newsreader SemiBold"/>
                <a:sym typeface="Newsreader SemiBold"/>
              </a:rPr>
              <a:t>Hidden Layers</a:t>
            </a:r>
            <a:endParaRPr sz="1200">
              <a:solidFill>
                <a:srgbClr val="183C40"/>
              </a:solidFill>
              <a:latin typeface="Newsreader SemiBold"/>
              <a:ea typeface="Newsreader SemiBold"/>
              <a:cs typeface="Newsreader SemiBold"/>
              <a:sym typeface="Newsreader SemiBold"/>
            </a:endParaRPr>
          </a:p>
        </p:txBody>
      </p:sp>
      <p:pic>
        <p:nvPicPr>
          <p:cNvPr id="1472" name="Google Shape;1472;p120"/>
          <p:cNvPicPr preferRelativeResize="0"/>
          <p:nvPr/>
        </p:nvPicPr>
        <p:blipFill rotWithShape="1">
          <a:blip r:embed="rId3">
            <a:alphaModFix/>
          </a:blip>
          <a:srcRect b="0" l="0" r="26237" t="0"/>
          <a:stretch/>
        </p:blipFill>
        <p:spPr>
          <a:xfrm>
            <a:off x="5069475" y="2021925"/>
            <a:ext cx="3707208" cy="2571899"/>
          </a:xfrm>
          <a:prstGeom prst="rect">
            <a:avLst/>
          </a:prstGeom>
          <a:noFill/>
          <a:ln>
            <a:noFill/>
          </a:ln>
        </p:spPr>
      </p:pic>
      <p:sp>
        <p:nvSpPr>
          <p:cNvPr id="1473" name="Google Shape;1473;p120"/>
          <p:cNvSpPr txBox="1"/>
          <p:nvPr/>
        </p:nvSpPr>
        <p:spPr>
          <a:xfrm>
            <a:off x="2781175" y="4617075"/>
            <a:ext cx="6798900" cy="1041900"/>
          </a:xfrm>
          <a:prstGeom prst="rect">
            <a:avLst/>
          </a:prstGeom>
          <a:noFill/>
          <a:ln>
            <a:noFill/>
          </a:ln>
        </p:spPr>
        <p:txBody>
          <a:bodyPr anchorCtr="0" anchor="t" bIns="91425" lIns="91425" spcFirstLastPara="1" rIns="91425" wrap="square" tIns="91425">
            <a:spAutoFit/>
          </a:bodyPr>
          <a:lstStyle/>
          <a:p>
            <a:pPr indent="-12700" lvl="0" marL="355600" rtl="0" algn="l">
              <a:lnSpc>
                <a:spcPct val="115000"/>
              </a:lnSpc>
              <a:spcBef>
                <a:spcPts val="1200"/>
              </a:spcBef>
              <a:spcAft>
                <a:spcPts val="0"/>
              </a:spcAft>
              <a:buNone/>
            </a:pPr>
            <a:r>
              <a:rPr i="1" lang="en" sz="900">
                <a:solidFill>
                  <a:schemeClr val="dk1"/>
                </a:solidFill>
              </a:rPr>
              <a:t>ESM Metagenomic Atlas: Meta Ai</a:t>
            </a:r>
            <a:r>
              <a:rPr lang="en" sz="900">
                <a:solidFill>
                  <a:schemeClr val="dk1"/>
                </a:solidFill>
              </a:rPr>
              <a:t>. ESM Metagenomic Atlas by Meta AI. (2023, March). https://esmatlas.com/explore?at=2.1021690368652344%2C-0.2285318821668625%2C10.756548546458907 </a:t>
            </a:r>
            <a:endParaRPr sz="900">
              <a:solidFill>
                <a:schemeClr val="dk1"/>
              </a:solidFill>
            </a:endParaRPr>
          </a:p>
          <a:p>
            <a:pPr indent="0" lvl="0" marL="0" rtl="0" algn="l">
              <a:spcBef>
                <a:spcPts val="1200"/>
              </a:spcBef>
              <a:spcAft>
                <a:spcPts val="0"/>
              </a:spcAft>
              <a:buNone/>
            </a:pPr>
            <a:r>
              <a:t/>
            </a:r>
            <a:endParaRPr sz="1300">
              <a:solidFill>
                <a:schemeClr val="dk1"/>
              </a:solidFill>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DM Sans"/>
              <a:ea typeface="DM Sans"/>
              <a:cs typeface="DM Sans"/>
              <a:sym typeface="DM Sans"/>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77" name="Shape 1477"/>
        <p:cNvGrpSpPr/>
        <p:nvPr/>
      </p:nvGrpSpPr>
      <p:grpSpPr>
        <a:xfrm>
          <a:off x="0" y="0"/>
          <a:ext cx="0" cy="0"/>
          <a:chOff x="0" y="0"/>
          <a:chExt cx="0" cy="0"/>
        </a:xfrm>
      </p:grpSpPr>
      <p:sp>
        <p:nvSpPr>
          <p:cNvPr id="1478" name="Google Shape;1478;p121"/>
          <p:cNvSpPr txBox="1"/>
          <p:nvPr>
            <p:ph idx="12" type="sldNum"/>
          </p:nvPr>
        </p:nvSpPr>
        <p:spPr>
          <a:xfrm>
            <a:off x="8502325" y="4779950"/>
            <a:ext cx="548700" cy="234000"/>
          </a:xfrm>
          <a:prstGeom prst="rect">
            <a:avLst/>
          </a:prstGeom>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479" name="Google Shape;1479;p121"/>
          <p:cNvPicPr preferRelativeResize="0"/>
          <p:nvPr/>
        </p:nvPicPr>
        <p:blipFill>
          <a:blip r:embed="rId3">
            <a:alphaModFix/>
          </a:blip>
          <a:stretch>
            <a:fillRect/>
          </a:stretch>
        </p:blipFill>
        <p:spPr>
          <a:xfrm>
            <a:off x="73825" y="172929"/>
            <a:ext cx="2939296" cy="2323405"/>
          </a:xfrm>
          <a:prstGeom prst="rect">
            <a:avLst/>
          </a:prstGeom>
          <a:noFill/>
          <a:ln>
            <a:noFill/>
          </a:ln>
        </p:spPr>
      </p:pic>
      <p:pic>
        <p:nvPicPr>
          <p:cNvPr id="1480" name="Google Shape;1480;p121"/>
          <p:cNvPicPr preferRelativeResize="0"/>
          <p:nvPr/>
        </p:nvPicPr>
        <p:blipFill>
          <a:blip r:embed="rId4">
            <a:alphaModFix/>
          </a:blip>
          <a:stretch>
            <a:fillRect/>
          </a:stretch>
        </p:blipFill>
        <p:spPr>
          <a:xfrm>
            <a:off x="3102362" y="172929"/>
            <a:ext cx="2939297" cy="2309454"/>
          </a:xfrm>
          <a:prstGeom prst="rect">
            <a:avLst/>
          </a:prstGeom>
          <a:noFill/>
          <a:ln>
            <a:noFill/>
          </a:ln>
        </p:spPr>
      </p:pic>
      <p:pic>
        <p:nvPicPr>
          <p:cNvPr id="1481" name="Google Shape;1481;p121"/>
          <p:cNvPicPr preferRelativeResize="0"/>
          <p:nvPr/>
        </p:nvPicPr>
        <p:blipFill>
          <a:blip r:embed="rId5">
            <a:alphaModFix/>
          </a:blip>
          <a:stretch>
            <a:fillRect/>
          </a:stretch>
        </p:blipFill>
        <p:spPr>
          <a:xfrm>
            <a:off x="6130880" y="163025"/>
            <a:ext cx="2939294" cy="2329255"/>
          </a:xfrm>
          <a:prstGeom prst="rect">
            <a:avLst/>
          </a:prstGeom>
          <a:noFill/>
          <a:ln>
            <a:noFill/>
          </a:ln>
        </p:spPr>
      </p:pic>
      <p:pic>
        <p:nvPicPr>
          <p:cNvPr id="1482" name="Google Shape;1482;p121"/>
          <p:cNvPicPr preferRelativeResize="0"/>
          <p:nvPr/>
        </p:nvPicPr>
        <p:blipFill>
          <a:blip r:embed="rId6">
            <a:alphaModFix/>
          </a:blip>
          <a:stretch>
            <a:fillRect/>
          </a:stretch>
        </p:blipFill>
        <p:spPr>
          <a:xfrm>
            <a:off x="1532062" y="2571738"/>
            <a:ext cx="2939301" cy="2306539"/>
          </a:xfrm>
          <a:prstGeom prst="rect">
            <a:avLst/>
          </a:prstGeom>
          <a:noFill/>
          <a:ln>
            <a:noFill/>
          </a:ln>
        </p:spPr>
      </p:pic>
      <p:pic>
        <p:nvPicPr>
          <p:cNvPr id="1483" name="Google Shape;1483;p121"/>
          <p:cNvPicPr preferRelativeResize="0"/>
          <p:nvPr/>
        </p:nvPicPr>
        <p:blipFill>
          <a:blip r:embed="rId7">
            <a:alphaModFix/>
          </a:blip>
          <a:stretch>
            <a:fillRect/>
          </a:stretch>
        </p:blipFill>
        <p:spPr>
          <a:xfrm>
            <a:off x="4578737" y="2581143"/>
            <a:ext cx="2939302" cy="229713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